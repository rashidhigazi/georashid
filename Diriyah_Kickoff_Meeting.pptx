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3.svg" ContentType="image/svg+xml"/>
  <Override PartName="/ppt/media/image31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4" r:id="rId2"/>
    <p:sldId id="294" r:id="rId3"/>
    <p:sldId id="296" r:id="rId10"/>
    <p:sldId id="297" r:id="rId11"/>
    <p:sldId id="298" r:id="rId12"/>
    <p:sldId id="299" r:id="rId13"/>
    <p:sldId id="300" r:id="rId14"/>
    <p:sldId id="301" r:id="rId9"/>
    <p:sldId id="302" r:id="rId8"/>
    <p:sldId id="303" r:id="rId7"/>
    <p:sldId id="304" r:id="rId6"/>
    <p:sldId id="305" r:id="rId5"/>
    <p:sldId id="306" r:id="rId4"/>
    <p:sldId id="307" r:id="rId21"/>
    <p:sldId id="308" r:id="rId22"/>
    <p:sldId id="309" r:id="rId23"/>
    <p:sldId id="2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16" userDrawn="1">
          <p15:clr>
            <a:srgbClr val="A4A3A4"/>
          </p15:clr>
        </p15:guide>
        <p15:guide id="3" pos="7392" userDrawn="1">
          <p15:clr>
            <a:srgbClr val="A4A3A4"/>
          </p15:clr>
        </p15:guide>
        <p15:guide id="4" orient="horz" pos="4224" userDrawn="1">
          <p15:clr>
            <a:srgbClr val="A4A3A4"/>
          </p15:clr>
        </p15:guide>
        <p15:guide id="5" orient="horz" pos="336" userDrawn="1">
          <p15:clr>
            <a:srgbClr val="A4A3A4"/>
          </p15:clr>
        </p15:guide>
        <p15:guide id="6" pos="192" userDrawn="1">
          <p15:clr>
            <a:srgbClr val="A4A3A4"/>
          </p15:clr>
        </p15:guide>
        <p15:guide id="7" pos="6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A1E"/>
    <a:srgbClr val="21446A"/>
    <a:srgbClr val="231F20"/>
    <a:srgbClr val="EBB13D"/>
    <a:srgbClr val="70AD47"/>
    <a:srgbClr val="02573D"/>
    <a:srgbClr val="787878"/>
    <a:srgbClr val="F1C875"/>
    <a:srgbClr val="21456A"/>
    <a:srgbClr val="F1A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 autoAdjust="0"/>
    <p:restoredTop sz="96323" autoAdjust="0"/>
  </p:normalViewPr>
  <p:slideViewPr>
    <p:cSldViewPr snapToGrid="0" showGuides="1">
      <p:cViewPr varScale="1">
        <p:scale>
          <a:sx n="113" d="100"/>
          <a:sy n="113" d="100"/>
        </p:scale>
        <p:origin x="474" y="90"/>
      </p:cViewPr>
      <p:guideLst>
        <p:guide orient="horz" pos="3024"/>
        <p:guide pos="3816"/>
        <p:guide pos="7392"/>
        <p:guide orient="horz" pos="4224"/>
        <p:guide orient="horz" pos="336"/>
        <p:guide pos="192"/>
        <p:guide pos="6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1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8D31E-6570-4FD2-BAAB-5DFF62F6E017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72C71-DE0A-4492-90EC-C60804CD0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0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Kick-off meeting deck for Task Order SW-FA24-113-N-20. Date: fill in the meeting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Diriyah experience taken from the company capability profile (T12). Wadi Safar plots: confirm the client name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Quantities and fee basis are intentionally not shown in this client-facing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Schematic illustration only. The four services follow the Task Order price schedule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programme management approach (T8) and responsibility matrix (T4).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Photos from previous Alqotr field work (equipment shots without client branding).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Stake-out and marker practice per previous demarcation work. Schematic diagram not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the responsibility matrix (T4). Authority steps apply only where statutory approval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Alqotr quality control guide for surveying works (T15). Tolerances intentionally left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shown only where the role is confirmed in the CV submission (T10). Other names left blank.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from the resources section of the technical proposal (T6). Core team plus scalable field crews.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plan is indicative and not taken from Diriyah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taken from the Wadi Safar plots demarcation deck (owner shown as Diriyah Company). Confirm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the HSE section of the technical proposal (T16); client name set to Diriyah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Blank cells are intentional. Complete them live in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55FB-530D-4654-AF96-58B77B87A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C588E-9603-4705-9CFF-7904CFBE9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EF28-E577-41A9-A8BF-A8089139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3C689-675C-4788-A22C-FBCB01CD9FD6}" type="datetime1">
              <a:rPr lang="en-US" smtClean="0"/>
              <a:t>11/3/2024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43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44B9-5CF7-4B17-9ED0-57830386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8971-9E6F-4551-A4DB-C0642351A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DA7A4-006F-47A1-81B7-D9762A5B0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AE29D-AACC-4F96-AF67-29BF91C38A3E}" type="datetime1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10E00-B2B2-46BE-A2EF-A71E67B8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9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8A9E-087D-4405-A642-D75118A0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5C8EB-5F4B-49DD-B4DE-A7F07C8E7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EE3C0-B247-4179-91C9-E8D8D361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A17B7-521F-43C1-A498-AF1E8113363D}" type="datetime1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C5BE-5A24-40F9-8446-044A25E6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6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A101-AC7B-4263-9823-BBD214CA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418F-4370-4094-B9E8-79AEAF281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007A0-9B3D-444F-A86F-94417F79F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92955-5F75-4599-8522-44C7D3EC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0864-0630-4061-A1AE-23291B62B221}" type="datetime1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AB4A1-8F5F-4FA4-B6E0-48CB7580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1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F257-2A64-4642-BE24-A918430A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32B6E-ECBF-4D74-9F9A-A8207E8CD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E69B6-65AA-4D3B-BC45-9D70F3479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07B56-3FF9-4AC7-9AA0-6A55564AE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18EB3-245C-4885-8BF7-BD778EA75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D0663-64F4-469A-88B8-1E320A4F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6660-2EE8-4F93-98BA-E46499D3A63D}" type="datetime1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42890F-E386-4441-BBF3-3E9F85CC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5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7FE1-E6CF-4545-9AA6-91333C6E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8C6DC-5A69-4A1B-AF19-E6B1F99C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3738-F7C8-4061-8DD4-52FF3A67925A}" type="datetime1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81FCD-D82F-4599-9612-BDB53494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5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8FA93-E137-4766-9ADC-320EEE2A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5B96-7DB6-4F1D-AFE3-A4399F6CB156}" type="datetime1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E328A-5837-4EFD-BD59-505FBCF0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4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1536-EFD7-4D1B-9DE6-09629573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7656-9F91-407E-ADD4-29B6C076A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77DD4-5B3B-4061-B0E9-FF8F4AAE0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7BD5F-0ACA-4BB1-9700-B12FAF98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4686-3712-4E92-A112-F9A2FD96DE89}" type="datetime1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5EFEC-C771-4892-B716-8FD493C7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0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DAC6-AE1C-4D60-B02D-9DC98D3B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2083F-5F1F-4F25-A6A5-5921C09E2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64C8A-3E5E-49A9-94E0-6B2FFC556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55A06-5E32-4D49-A9C1-F61720F6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E2306-02E7-4EDD-973E-BC15291D1F7D}" type="datetime1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65B43-EC56-494A-8097-1465DFE6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8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0F9E-630B-4528-9B26-CDF7DCFC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D7504-9EB9-4238-96D8-38780786B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25DE-43BB-4CE1-9E28-B484E33F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5151F-A940-4526-A244-4037E25F47F1}" type="datetime1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6230E-F20E-4AE5-B7BD-1F758872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4E4A-9285-45D0-823F-4114DCF34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04394-5124-42D6-98DA-2B82ACE94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3FA4-01A9-4824-9994-7FB22028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13DA-4D3D-4DC8-867C-3FAB25C4B9D9}" type="datetime1">
              <a:rPr lang="en-US" smtClean="0"/>
              <a:t>11/3/2024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718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svg"/><Relationship Id="rId16" Type="http://schemas.openxmlformats.org/officeDocument/2006/relationships/image" Target="../media/image4.png"/><Relationship Id="rId17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C4A3C9-9C80-45D1-88DF-A08A9F05D21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4708078-AD85-4B9D-A357-8D1B0CE2E6EE}"/>
              </a:ext>
            </a:extLst>
          </p:cNvPr>
          <p:cNvSpPr/>
          <p:nvPr userDrawn="1"/>
        </p:nvSpPr>
        <p:spPr>
          <a:xfrm>
            <a:off x="0" y="6467683"/>
            <a:ext cx="11833986" cy="399189"/>
          </a:xfrm>
          <a:prstGeom prst="rect">
            <a:avLst/>
          </a:prstGeom>
          <a:solidFill>
            <a:srgbClr val="214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1C533-675C-47F4-8135-6E58D07E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DCD4-47E5-40F3-AF22-9A4E543A6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33253-21FB-4BB5-B4E5-A2177AA67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7C5AD-076A-4A4A-852A-FCD1419862DF}" type="datetime1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4CF54-FFA6-4760-9DFA-B20ACCC6C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F6AD15E-9F53-4540-B712-8FEDC5CCE68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789583" y="6565056"/>
            <a:ext cx="4612833" cy="233443"/>
          </a:xfrm>
          <a:prstGeom prst="rect">
            <a:avLst/>
          </a:prstGeom>
        </p:spPr>
      </p:pic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5DFE5620-5324-4AF4-8A9E-317EE3D9BD8E}"/>
              </a:ext>
            </a:extLst>
          </p:cNvPr>
          <p:cNvSpPr txBox="1">
            <a:spLocks/>
          </p:cNvSpPr>
          <p:nvPr userDrawn="1"/>
        </p:nvSpPr>
        <p:spPr>
          <a:xfrm>
            <a:off x="5808294" y="6570112"/>
            <a:ext cx="575412" cy="18290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F1AC22"/>
                </a:solidFill>
                <a:latin typeface="TheSans" panose="020B0503040302020203" pitchFamily="34" charset="-78"/>
                <a:ea typeface="+mn-ea"/>
                <a:cs typeface="TheSans" panose="020B0503040302020203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937B6D9-1FDE-45B9-A842-C93FA9B49D69}" type="slidenum">
              <a:rPr lang="en-US" smtClean="0">
                <a:solidFill>
                  <a:srgbClr val="21456A"/>
                </a:solidFill>
              </a:rPr>
              <a:pPr algn="ctr"/>
              <a:t>‹#›</a:t>
            </a:fld>
            <a:endParaRPr lang="en-US" dirty="0">
              <a:solidFill>
                <a:srgbClr val="21456A"/>
              </a:solidFill>
            </a:endParaRPr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75A760C8-9BAB-46B3-806F-8003C1B1340C}"/>
              </a:ext>
            </a:extLst>
          </p:cNvPr>
          <p:cNvSpPr/>
          <p:nvPr userDrawn="1"/>
        </p:nvSpPr>
        <p:spPr>
          <a:xfrm flipH="1">
            <a:off x="11879064" y="6466795"/>
            <a:ext cx="136516" cy="399189"/>
          </a:xfrm>
          <a:prstGeom prst="snip1Rect">
            <a:avLst>
              <a:gd name="adj" fmla="val 0"/>
            </a:avLst>
          </a:prstGeom>
          <a:solidFill>
            <a:srgbClr val="214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9881DFCB-88F2-4E32-A404-33985CD75B14}"/>
              </a:ext>
            </a:extLst>
          </p:cNvPr>
          <p:cNvSpPr/>
          <p:nvPr userDrawn="1"/>
        </p:nvSpPr>
        <p:spPr>
          <a:xfrm flipH="1">
            <a:off x="11879063" y="6466795"/>
            <a:ext cx="136514" cy="399189"/>
          </a:xfrm>
          <a:prstGeom prst="snip1Rect">
            <a:avLst>
              <a:gd name="adj" fmla="val 0"/>
            </a:avLst>
          </a:prstGeom>
          <a:solidFill>
            <a:srgbClr val="EBB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10F1D2FD-3807-42F5-BB10-CDE7A0FB8DA6}"/>
              </a:ext>
            </a:extLst>
          </p:cNvPr>
          <p:cNvSpPr/>
          <p:nvPr userDrawn="1"/>
        </p:nvSpPr>
        <p:spPr>
          <a:xfrm flipH="1">
            <a:off x="12055485" y="6466795"/>
            <a:ext cx="136515" cy="399189"/>
          </a:xfrm>
          <a:prstGeom prst="snip1Rect">
            <a:avLst>
              <a:gd name="adj" fmla="val 0"/>
            </a:avLst>
          </a:prstGeom>
          <a:solidFill>
            <a:srgbClr val="214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98521BB-1516-4965-BD8F-C540D409928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80864" y="365125"/>
            <a:ext cx="804969" cy="34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2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jpeg"/><Relationship Id="rId7" Type="http://schemas.openxmlformats.org/officeDocument/2006/relationships/image" Target="../media/image13.jpg"/><Relationship Id="rId8" Type="http://schemas.openxmlformats.org/officeDocument/2006/relationships/image" Target="../media/image14.png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7.jp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8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ph_gnss_desert.jpg"/>
          <p:cNvPicPr>
            <a:picLocks noChangeAspect="1"/>
          </p:cNvPicPr>
          <p:nvPr/>
        </p:nvPicPr>
        <p:blipFill>
          <a:blip r:embed="rId7"/>
          <a:srcRect l="12669" r="12669"/>
          <a:stretch>
            <a:fillRect/>
          </a:stretch>
        </p:blipFill>
        <p:spPr>
          <a:xfrm>
            <a:off x="3611880" y="0"/>
            <a:ext cx="8579815" cy="64648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7E1220-1B80-4E9C-A154-7A2EEB9EB1E7}"/>
              </a:ext>
            </a:extLst>
          </p:cNvPr>
          <p:cNvSpPr/>
          <p:nvPr/>
        </p:nvSpPr>
        <p:spPr>
          <a:xfrm>
            <a:off x="0" y="0"/>
            <a:ext cx="3609975" cy="6467475"/>
          </a:xfrm>
          <a:prstGeom prst="rect">
            <a:avLst/>
          </a:prstGeom>
          <a:solidFill>
            <a:srgbClr val="E7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0089412-A995-42E6-8096-A15902E1C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20" y="4663440"/>
            <a:ext cx="1236134" cy="51371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5DBBC4-97DC-488F-84F6-D46DC8372D98}"/>
              </a:ext>
            </a:extLst>
          </p:cNvPr>
          <p:cNvSpPr/>
          <p:nvPr/>
        </p:nvSpPr>
        <p:spPr>
          <a:xfrm>
            <a:off x="0" y="1763660"/>
            <a:ext cx="7126514" cy="1176465"/>
          </a:xfrm>
          <a:prstGeom prst="rect">
            <a:avLst/>
          </a:prstGeom>
          <a:solidFill>
            <a:srgbClr val="D1D2D4"/>
          </a:solidFill>
          <a:ln>
            <a:solidFill>
              <a:srgbClr val="D1D2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92559-853C-49D5-A9E7-22E8467BBDC2}"/>
              </a:ext>
            </a:extLst>
          </p:cNvPr>
          <p:cNvSpPr txBox="1"/>
          <p:nvPr/>
        </p:nvSpPr>
        <p:spPr>
          <a:xfrm>
            <a:off x="120152" y="1783080"/>
            <a:ext cx="6886209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1456A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LAND SURVEYING SERVICES</a:t>
            </a:r>
          </a:p>
          <a:p>
            <a:r>
              <a:rPr lang="en-US" sz="2800" b="1" dirty="0">
                <a:solidFill>
                  <a:srgbClr val="21456A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MINOR WORKS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9A17E-5ED7-4687-9A55-BB9B3F5F2EBA}"/>
              </a:ext>
            </a:extLst>
          </p:cNvPr>
          <p:cNvSpPr/>
          <p:nvPr/>
        </p:nvSpPr>
        <p:spPr>
          <a:xfrm>
            <a:off x="2306919" y="2722157"/>
            <a:ext cx="4836545" cy="428432"/>
          </a:xfrm>
          <a:prstGeom prst="rect">
            <a:avLst/>
          </a:prstGeom>
          <a:solidFill>
            <a:srgbClr val="214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3FAC4-3763-469F-A460-1995931843CD}"/>
              </a:ext>
            </a:extLst>
          </p:cNvPr>
          <p:cNvSpPr txBox="1"/>
          <p:nvPr/>
        </p:nvSpPr>
        <p:spPr>
          <a:xfrm>
            <a:off x="2289969" y="2765435"/>
            <a:ext cx="4836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Project Owner : Diriyah Company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4FC13-F3DA-48EA-9070-A2CFA8A03B44}"/>
              </a:ext>
            </a:extLst>
          </p:cNvPr>
          <p:cNvSpPr txBox="1"/>
          <p:nvPr/>
        </p:nvSpPr>
        <p:spPr>
          <a:xfrm>
            <a:off x="584200" y="5668973"/>
            <a:ext cx="2733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1AA1E"/>
                </a:solidFill>
                <a:cs typeface="TheSans" panose="020B0503040302020203" pitchFamily="34" charset="-78"/>
              </a:rPr>
              <a:t>Consultant</a:t>
            </a:r>
            <a:endParaRPr lang="ar-SA" sz="1600" b="1" dirty="0">
              <a:solidFill>
                <a:srgbClr val="F1AA1E"/>
              </a:solidFill>
              <a:cs typeface="TheSans" panose="020B0503040302020203" pitchFamily="34" charset="-78"/>
            </a:endParaRPr>
          </a:p>
          <a:p>
            <a:pPr algn="ctr"/>
            <a:r>
              <a:rPr lang="en-US" sz="1600" b="1" dirty="0" err="1">
                <a:solidFill>
                  <a:srgbClr val="21456A"/>
                </a:solidFill>
                <a:cs typeface="TheSans" panose="020B0503040302020203" pitchFamily="34" charset="-78"/>
              </a:rPr>
              <a:t>Alqotr</a:t>
            </a:r>
            <a:r>
              <a:rPr lang="en-US" sz="1600" b="1" dirty="0">
                <a:solidFill>
                  <a:srgbClr val="21456A"/>
                </a:solidFill>
                <a:cs typeface="TheSans" panose="020B0503040302020203" pitchFamily="34" charset="-78"/>
              </a:rPr>
              <a:t> Consulting Company</a:t>
            </a:r>
          </a:p>
        </p:txBody>
      </p:sp>
      <p:pic>
        <p:nvPicPr>
          <p:cNvPr id="19" name="Picture 18" descr="diriyah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274320"/>
            <a:ext cx="1234440" cy="1234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" y="3310128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1446A"/>
                </a:solidFill>
                <a:latin typeface="TheSans-Bold"/>
                <a:cs typeface="TheSans-Bold"/>
              </a:rPr>
              <a:t>Kick-off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3675887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Task Order No. SW-FA24-113-N-20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" y="39319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Framework SW-FA24-113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418795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F8692"/>
                </a:solidFill>
                <a:latin typeface="TheSans"/>
                <a:cs typeface="TheSans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383892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58E4ADA-ED8A-4B5C-9D08-2BB62A62AE93}"/>
              </a:ext>
            </a:extLst>
          </p:cNvPr>
          <p:cNvGrpSpPr/>
          <p:nvPr/>
        </p:nvGrpSpPr>
        <p:grpSpPr>
          <a:xfrm>
            <a:off x="862012" y="311307"/>
            <a:ext cx="3533775" cy="619125"/>
            <a:chOff x="1544040" y="223837"/>
            <a:chExt cx="3533775" cy="619125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802D7DA0-FC50-4B45-A7C3-479E76165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544040" y="223837"/>
              <a:ext cx="3533775" cy="61912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48F40D-B0A3-4B9E-B1D5-385264642FB5}"/>
                </a:ext>
              </a:extLst>
            </p:cNvPr>
            <p:cNvSpPr txBox="1"/>
            <p:nvPr/>
          </p:nvSpPr>
          <p:spPr>
            <a:xfrm flipH="1">
              <a:off x="2929554" y="333344"/>
              <a:ext cx="11947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TheSans-Bold" panose="020B0803040302020203" pitchFamily="34" charset="-78"/>
                  <a:cs typeface="TheSans-Bold" panose="020B0803040302020203" pitchFamily="34" charset="-78"/>
                </a:rPr>
                <a:t>Content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82A046E-B590-4F5F-B2BF-F00903A78005}"/>
              </a:ext>
            </a:extLst>
          </p:cNvPr>
          <p:cNvSpPr/>
          <p:nvPr/>
        </p:nvSpPr>
        <p:spPr>
          <a:xfrm rot="10800000" flipH="1">
            <a:off x="1432962" y="1486553"/>
            <a:ext cx="143587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8CA4A5-95DD-4410-82F8-E85031F4D351}"/>
              </a:ext>
            </a:extLst>
          </p:cNvPr>
          <p:cNvSpPr txBox="1"/>
          <p:nvPr/>
        </p:nvSpPr>
        <p:spPr>
          <a:xfrm>
            <a:off x="1581150" y="1094678"/>
            <a:ext cx="8782050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Introduction and Our Experience in Diriyah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Understanding and Scope of Work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Work Steps per Task Order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Methodology: Survey, Demarcation and Title Deed Services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Quality Assurance and Team Structure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Resources, Programme and Deliverables</a:t>
            </a:r>
          </a:p>
          <a:p>
            <a:pPr rtl="1"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heSans" panose="020B0503040302020203" pitchFamily="34" charset="-78"/>
                <a:cs typeface="TheSans" panose="020B0503040302020203" pitchFamily="34" charset="-78"/>
              </a:rPr>
              <a:t>HSE, Governance and Information Required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BDF2D3E-2F19-432C-8C34-73793AF4C973}"/>
              </a:ext>
            </a:extLst>
          </p:cNvPr>
          <p:cNvSpPr/>
          <p:nvPr/>
        </p:nvSpPr>
        <p:spPr>
          <a:xfrm rot="10800000" flipH="1">
            <a:off x="1432962" y="2142792"/>
            <a:ext cx="143587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739497-FC9E-4472-8220-0995541F71F7}"/>
              </a:ext>
            </a:extLst>
          </p:cNvPr>
          <p:cNvSpPr/>
          <p:nvPr/>
        </p:nvSpPr>
        <p:spPr>
          <a:xfrm rot="10800000" flipH="1">
            <a:off x="1432962" y="2826046"/>
            <a:ext cx="143587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0A02CEE-B8F9-41B1-BF76-E21E87006476}"/>
              </a:ext>
            </a:extLst>
          </p:cNvPr>
          <p:cNvSpPr/>
          <p:nvPr/>
        </p:nvSpPr>
        <p:spPr>
          <a:xfrm rot="10800000" flipH="1">
            <a:off x="1432962" y="3509299"/>
            <a:ext cx="143586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3D311FC-A11B-4675-95FD-875B7725F6CE}"/>
              </a:ext>
            </a:extLst>
          </p:cNvPr>
          <p:cNvSpPr/>
          <p:nvPr/>
        </p:nvSpPr>
        <p:spPr>
          <a:xfrm rot="10800000" flipH="1">
            <a:off x="1432962" y="4210339"/>
            <a:ext cx="143586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0CEF64-F9BF-42D4-80F4-A00B91830E80}"/>
              </a:ext>
            </a:extLst>
          </p:cNvPr>
          <p:cNvSpPr/>
          <p:nvPr/>
        </p:nvSpPr>
        <p:spPr>
          <a:xfrm rot="10800000" flipH="1">
            <a:off x="1428361" y="4173890"/>
            <a:ext cx="143587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0F949D-59B6-4771-889C-0160311D2722}"/>
              </a:ext>
            </a:extLst>
          </p:cNvPr>
          <p:cNvSpPr/>
          <p:nvPr/>
        </p:nvSpPr>
        <p:spPr>
          <a:xfrm rot="10800000" flipH="1">
            <a:off x="1428361" y="4857143"/>
            <a:ext cx="143586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3863FC7-4BEE-4BA3-9CBB-309B11943ACA}"/>
              </a:ext>
            </a:extLst>
          </p:cNvPr>
          <p:cNvSpPr/>
          <p:nvPr/>
        </p:nvSpPr>
        <p:spPr>
          <a:xfrm rot="10800000" flipH="1">
            <a:off x="1428361" y="5558183"/>
            <a:ext cx="143586" cy="229962"/>
          </a:xfrm>
          <a:custGeom>
            <a:avLst/>
            <a:gdLst>
              <a:gd name="connsiteX0" fmla="*/ 624554 w 624649"/>
              <a:gd name="connsiteY0" fmla="*/ 500253 h 1000410"/>
              <a:gd name="connsiteX1" fmla="*/ 0 w 624649"/>
              <a:gd name="connsiteY1" fmla="*/ 0 h 1000410"/>
              <a:gd name="connsiteX2" fmla="*/ 0 w 624649"/>
              <a:gd name="connsiteY2" fmla="*/ 1000411 h 1000410"/>
              <a:gd name="connsiteX3" fmla="*/ 624650 w 624649"/>
              <a:gd name="connsiteY3" fmla="*/ 500158 h 100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4649" h="1000410">
                <a:moveTo>
                  <a:pt x="624554" y="500253"/>
                </a:moveTo>
                <a:lnTo>
                  <a:pt x="0" y="0"/>
                </a:lnTo>
                <a:lnTo>
                  <a:pt x="0" y="1000411"/>
                </a:lnTo>
                <a:lnTo>
                  <a:pt x="624650" y="500158"/>
                </a:lnTo>
                <a:close/>
              </a:path>
            </a:pathLst>
          </a:custGeom>
          <a:solidFill>
            <a:srgbClr val="EBB13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4609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3438144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21122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About Alqotr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Alqotr in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5000"/>
              </a:lnSpc>
              <a:spcAft>
                <a:spcPts val="700"/>
              </a:spcAft>
              <a:buClr>
                <a:srgbClr val="EBB13D"/>
              </a:buClr>
              <a:buFont typeface="Arial"/>
              <a:buChar char="▪"/>
            </a:pPr>
            <a:r>
              <a:rPr sz="1300" b="0">
                <a:solidFill>
                  <a:srgbClr val="404040"/>
                </a:solidFill>
                <a:latin typeface="TheSans"/>
                <a:cs typeface="TheSans"/>
              </a:rPr>
              <a:t>Saudi consulting company providing geospatial surveying, GIS, urban planning and engineering consultancy.</a:t>
            </a:r>
          </a:p>
          <a:p>
            <a:pPr algn="l" marL="201168" indent="-201168">
              <a:lnSpc>
                <a:spcPct val="105000"/>
              </a:lnSpc>
              <a:spcAft>
                <a:spcPts val="700"/>
              </a:spcAft>
              <a:buClr>
                <a:srgbClr val="EBB13D"/>
              </a:buClr>
              <a:buFont typeface="Arial"/>
              <a:buChar char="▪"/>
            </a:pPr>
            <a:r>
              <a:rPr sz="1300" b="0">
                <a:solidFill>
                  <a:srgbClr val="404040"/>
                </a:solidFill>
                <a:latin typeface="TheSans"/>
                <a:cs typeface="TheSans"/>
              </a:rPr>
              <a:t>Cadastral and topographic surveys, 3D laser scanning, UAV and mobile mapping, and GIS data management.</a:t>
            </a:r>
          </a:p>
          <a:p>
            <a:pPr algn="l" marL="201168" indent="-201168">
              <a:lnSpc>
                <a:spcPct val="105000"/>
              </a:lnSpc>
              <a:spcAft>
                <a:spcPts val="700"/>
              </a:spcAft>
              <a:buClr>
                <a:srgbClr val="EBB13D"/>
              </a:buClr>
              <a:buFont typeface="Arial"/>
              <a:buChar char="▪"/>
            </a:pPr>
            <a:r>
              <a:rPr sz="1300" b="0">
                <a:solidFill>
                  <a:srgbClr val="404040"/>
                </a:solidFill>
                <a:latin typeface="TheSans"/>
                <a:cs typeface="TheSans"/>
              </a:rPr>
              <a:t>Qualified survey, GIS and project-management teams, supported by a large fleet of GNSS receivers and Total Stations.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iamond 6"/>
          <p:cNvSpPr/>
          <p:nvPr/>
        </p:nvSpPr>
        <p:spPr>
          <a:xfrm>
            <a:off x="685800" y="367588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Geospatial and Surveying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Cadastral, topographic, LiDAR, UAV, utilities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520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iamond 10"/>
          <p:cNvSpPr/>
          <p:nvPr/>
        </p:nvSpPr>
        <p:spPr>
          <a:xfrm>
            <a:off x="3429000" y="367588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11880" y="359359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GIS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9776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Data digitization, geodatabases,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amond 14"/>
          <p:cNvSpPr/>
          <p:nvPr/>
        </p:nvSpPr>
        <p:spPr>
          <a:xfrm>
            <a:off x="685800" y="491032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8280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Operational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Qualified survey and GIS manpower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7548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3429000" y="491032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11880" y="48280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Consulting and 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120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Land and property studies, due diligence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188720"/>
            <a:ext cx="530352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Our work in Diriyah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737360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92240" y="1847088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773936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Detailed survey and 3D modeling of Historic Diriyah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450591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92240" y="2560320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487168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Topographic survey project, Diriyah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163824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92240" y="3273552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200400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3D modeling of terrain and tree vegetation, Diriyah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877056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492240" y="3986784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913632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Laser scanning and panoramic photography, Diriyah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590288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492240" y="4700016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626864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Golf course relocation and tree survey, Al-Bujairi, Diriyah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5303520"/>
            <a:ext cx="5303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92240" y="5413248"/>
            <a:ext cx="384048" cy="384048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5340096"/>
            <a:ext cx="452628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Land survey and boundary demarcation, Wadi Safar plots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6131052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80517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Understanding of the Task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828800" cy="566928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737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234440"/>
            <a:ext cx="3383280" cy="566928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50592" y="1234440"/>
            <a:ext cx="3246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Diriyah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828800" cy="566928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737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Task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874519"/>
            <a:ext cx="3383280" cy="566928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50592" y="1874519"/>
            <a:ext cx="3246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SW-FA24-113-N-20, under Framework SW-FA24-113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828800" cy="566928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1737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514600"/>
            <a:ext cx="3383280" cy="566928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50592" y="2514600"/>
            <a:ext cx="3246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Land Surveying Services, Minor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1828800" cy="566928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1737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Place of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154680"/>
            <a:ext cx="3383280" cy="566928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450592" y="3154680"/>
            <a:ext cx="3246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Diriyah, Riyadh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1828800" cy="566928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794760"/>
            <a:ext cx="1737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Delivery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794760"/>
            <a:ext cx="3383280" cy="566928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450592" y="3794760"/>
            <a:ext cx="3246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Scope, location and programme confirmed for each Minor Work Task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262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Four service categories</a:t>
            </a:r>
          </a:p>
        </p:txBody>
      </p:sp>
      <p:sp>
        <p:nvSpPr>
          <p:cNvPr id="25" name="Diamond 24"/>
          <p:cNvSpPr/>
          <p:nvPr/>
        </p:nvSpPr>
        <p:spPr>
          <a:xfrm>
            <a:off x="594360" y="4956048"/>
            <a:ext cx="128016" cy="128016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892040"/>
            <a:ext cx="5029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Issuance of New Title Deeds: Main, Phase, Sub-Phase and Block</a:t>
            </a:r>
          </a:p>
        </p:txBody>
      </p:sp>
      <p:sp>
        <p:nvSpPr>
          <p:cNvPr id="27" name="Diamond 26"/>
          <p:cNvSpPr/>
          <p:nvPr/>
        </p:nvSpPr>
        <p:spPr>
          <a:xfrm>
            <a:off x="594360" y="5285232"/>
            <a:ext cx="128016" cy="128016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221224"/>
            <a:ext cx="5029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Issuance of Title Deeds: Plots and Units</a:t>
            </a:r>
          </a:p>
        </p:txBody>
      </p:sp>
      <p:sp>
        <p:nvSpPr>
          <p:cNvPr id="29" name="Diamond 28"/>
          <p:cNvSpPr/>
          <p:nvPr/>
        </p:nvSpPr>
        <p:spPr>
          <a:xfrm>
            <a:off x="594360" y="5614416"/>
            <a:ext cx="128016" cy="128016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550407"/>
            <a:ext cx="5029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Land Survey</a:t>
            </a:r>
          </a:p>
        </p:txBody>
      </p:sp>
      <p:sp>
        <p:nvSpPr>
          <p:cNvPr id="31" name="Diamond 30"/>
          <p:cNvSpPr/>
          <p:nvPr/>
        </p:nvSpPr>
        <p:spPr>
          <a:xfrm>
            <a:off x="594360" y="5943600"/>
            <a:ext cx="128016" cy="128016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879592"/>
            <a:ext cx="5029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TheSans"/>
                <a:cs typeface="TheSans"/>
              </a:rPr>
              <a:t>Land Demarcation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1188720"/>
            <a:ext cx="54864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5080" y="1261872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Location: Diriyah, Riyadh Region, Kingdom of Saudi Arabia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45920"/>
            <a:ext cx="5120640" cy="41605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Freeform 35"/>
          <p:cNvSpPr/>
          <p:nvPr/>
        </p:nvSpPr>
        <p:spPr>
          <a:xfrm>
            <a:off x="7444795" y="1645920"/>
            <a:ext cx="2201801" cy="875922"/>
          </a:xfrm>
          <a:custGeom>
            <a:avLst/>
            <a:gdLst/>
            <a:ahLst/>
            <a:cxnLst/>
            <a:rect l="l" t="t" r="r" b="b"/>
            <a:pathLst>
              <a:path w="2201801" h="875922">
                <a:moveTo>
                  <a:pt x="808030" y="0"/>
                </a:moveTo>
                <a:lnTo>
                  <a:pt x="829935" y="0"/>
                </a:lnTo>
                <a:lnTo>
                  <a:pt x="870498" y="0"/>
                </a:lnTo>
                <a:lnTo>
                  <a:pt x="894025" y="0"/>
                </a:lnTo>
                <a:lnTo>
                  <a:pt x="901327" y="0"/>
                </a:lnTo>
                <a:lnTo>
                  <a:pt x="922420" y="0"/>
                </a:lnTo>
                <a:lnTo>
                  <a:pt x="937834" y="0"/>
                </a:lnTo>
                <a:lnTo>
                  <a:pt x="973530" y="0"/>
                </a:lnTo>
                <a:lnTo>
                  <a:pt x="993812" y="0"/>
                </a:lnTo>
                <a:lnTo>
                  <a:pt x="1011660" y="0"/>
                </a:lnTo>
                <a:lnTo>
                  <a:pt x="1021395" y="0"/>
                </a:lnTo>
                <a:lnTo>
                  <a:pt x="1068449" y="0"/>
                </a:lnTo>
                <a:lnTo>
                  <a:pt x="1080619" y="0"/>
                </a:lnTo>
                <a:lnTo>
                  <a:pt x="1104957" y="0"/>
                </a:lnTo>
                <a:lnTo>
                  <a:pt x="1140653" y="0"/>
                </a:lnTo>
                <a:lnTo>
                  <a:pt x="1164180" y="0"/>
                </a:lnTo>
                <a:lnTo>
                  <a:pt x="1180405" y="0"/>
                </a:lnTo>
                <a:lnTo>
                  <a:pt x="1192574" y="0"/>
                </a:lnTo>
                <a:lnTo>
                  <a:pt x="1203121" y="0"/>
                </a:lnTo>
                <a:lnTo>
                  <a:pt x="1212856" y="0"/>
                </a:lnTo>
                <a:lnTo>
                  <a:pt x="1220969" y="0"/>
                </a:lnTo>
                <a:lnTo>
                  <a:pt x="1224214" y="0"/>
                </a:lnTo>
                <a:lnTo>
                  <a:pt x="1223403" y="0"/>
                </a:lnTo>
                <a:lnTo>
                  <a:pt x="1226648" y="0"/>
                </a:lnTo>
                <a:lnTo>
                  <a:pt x="1233138" y="0"/>
                </a:lnTo>
                <a:lnTo>
                  <a:pt x="1241251" y="0"/>
                </a:lnTo>
                <a:lnTo>
                  <a:pt x="1250986" y="0"/>
                </a:lnTo>
                <a:lnTo>
                  <a:pt x="1268023" y="0"/>
                </a:lnTo>
                <a:lnTo>
                  <a:pt x="1289116" y="0"/>
                </a:lnTo>
                <a:lnTo>
                  <a:pt x="1305342" y="0"/>
                </a:lnTo>
                <a:lnTo>
                  <a:pt x="1314266" y="0"/>
                </a:lnTo>
                <a:lnTo>
                  <a:pt x="1328869" y="0"/>
                </a:lnTo>
                <a:lnTo>
                  <a:pt x="1342660" y="0"/>
                </a:lnTo>
                <a:lnTo>
                  <a:pt x="1349962" y="0"/>
                </a:lnTo>
                <a:lnTo>
                  <a:pt x="1349962" y="0"/>
                </a:lnTo>
                <a:lnTo>
                  <a:pt x="1357263" y="0"/>
                </a:lnTo>
                <a:lnTo>
                  <a:pt x="1375923" y="0"/>
                </a:lnTo>
                <a:lnTo>
                  <a:pt x="1386469" y="0"/>
                </a:lnTo>
                <a:lnTo>
                  <a:pt x="1398638" y="0"/>
                </a:lnTo>
                <a:lnTo>
                  <a:pt x="1407562" y="0"/>
                </a:lnTo>
                <a:lnTo>
                  <a:pt x="1410807" y="0"/>
                </a:lnTo>
                <a:lnTo>
                  <a:pt x="1409996" y="0"/>
                </a:lnTo>
                <a:lnTo>
                  <a:pt x="1409996" y="0"/>
                </a:lnTo>
                <a:lnTo>
                  <a:pt x="1414864" y="0"/>
                </a:lnTo>
                <a:lnTo>
                  <a:pt x="1422165" y="0"/>
                </a:lnTo>
                <a:lnTo>
                  <a:pt x="1428655" y="0"/>
                </a:lnTo>
                <a:lnTo>
                  <a:pt x="1438391" y="0"/>
                </a:lnTo>
                <a:lnTo>
                  <a:pt x="1449749" y="0"/>
                </a:lnTo>
                <a:lnTo>
                  <a:pt x="1457050" y="0"/>
                </a:lnTo>
                <a:lnTo>
                  <a:pt x="1482200" y="0"/>
                </a:lnTo>
                <a:lnTo>
                  <a:pt x="1484633" y="0"/>
                </a:lnTo>
                <a:lnTo>
                  <a:pt x="1495180" y="0"/>
                </a:lnTo>
                <a:lnTo>
                  <a:pt x="1512217" y="0"/>
                </a:lnTo>
                <a:lnTo>
                  <a:pt x="1529254" y="0"/>
                </a:lnTo>
                <a:lnTo>
                  <a:pt x="1548724" y="0"/>
                </a:lnTo>
                <a:lnTo>
                  <a:pt x="1565761" y="0"/>
                </a:lnTo>
                <a:lnTo>
                  <a:pt x="1577930" y="0"/>
                </a:lnTo>
                <a:lnTo>
                  <a:pt x="1615249" y="0"/>
                </a:lnTo>
                <a:lnTo>
                  <a:pt x="1666359" y="0"/>
                </a:lnTo>
                <a:lnTo>
                  <a:pt x="1689886" y="0"/>
                </a:lnTo>
                <a:lnTo>
                  <a:pt x="1687452" y="0"/>
                </a:lnTo>
                <a:lnTo>
                  <a:pt x="1668793" y="0"/>
                </a:lnTo>
                <a:lnTo>
                  <a:pt x="1637153" y="0"/>
                </a:lnTo>
                <a:lnTo>
                  <a:pt x="1627418" y="0"/>
                </a:lnTo>
                <a:lnTo>
                  <a:pt x="1621739" y="0"/>
                </a:lnTo>
                <a:lnTo>
                  <a:pt x="1622550" y="0"/>
                </a:lnTo>
                <a:lnTo>
                  <a:pt x="1630663" y="0"/>
                </a:lnTo>
                <a:lnTo>
                  <a:pt x="1653379" y="0"/>
                </a:lnTo>
                <a:lnTo>
                  <a:pt x="1655001" y="0"/>
                </a:lnTo>
                <a:lnTo>
                  <a:pt x="1659058" y="0"/>
                </a:lnTo>
                <a:lnTo>
                  <a:pt x="1663114" y="0"/>
                </a:lnTo>
                <a:lnTo>
                  <a:pt x="1658246" y="0"/>
                </a:lnTo>
                <a:lnTo>
                  <a:pt x="1637964" y="0"/>
                </a:lnTo>
                <a:lnTo>
                  <a:pt x="1610381" y="0"/>
                </a:lnTo>
                <a:lnTo>
                  <a:pt x="1556026" y="0"/>
                </a:lnTo>
                <a:lnTo>
                  <a:pt x="1551969" y="0"/>
                </a:lnTo>
                <a:lnTo>
                  <a:pt x="1551969" y="0"/>
                </a:lnTo>
                <a:lnTo>
                  <a:pt x="1546290" y="0"/>
                </a:lnTo>
                <a:lnTo>
                  <a:pt x="1529254" y="0"/>
                </a:lnTo>
                <a:lnTo>
                  <a:pt x="1515462" y="0"/>
                </a:lnTo>
                <a:lnTo>
                  <a:pt x="1515462" y="0"/>
                </a:lnTo>
                <a:lnTo>
                  <a:pt x="1506538" y="0"/>
                </a:lnTo>
                <a:lnTo>
                  <a:pt x="1501670" y="0"/>
                </a:lnTo>
                <a:lnTo>
                  <a:pt x="1521952" y="0"/>
                </a:lnTo>
                <a:lnTo>
                  <a:pt x="1525197" y="0"/>
                </a:lnTo>
                <a:lnTo>
                  <a:pt x="1521952" y="0"/>
                </a:lnTo>
                <a:lnTo>
                  <a:pt x="1503293" y="0"/>
                </a:lnTo>
                <a:lnTo>
                  <a:pt x="1492746" y="0"/>
                </a:lnTo>
                <a:lnTo>
                  <a:pt x="1495180" y="0"/>
                </a:lnTo>
                <a:lnTo>
                  <a:pt x="1509783" y="0"/>
                </a:lnTo>
                <a:lnTo>
                  <a:pt x="1555214" y="0"/>
                </a:lnTo>
                <a:lnTo>
                  <a:pt x="1569006" y="0"/>
                </a:lnTo>
                <a:lnTo>
                  <a:pt x="1588477" y="0"/>
                </a:lnTo>
                <a:lnTo>
                  <a:pt x="1595778" y="0"/>
                </a:lnTo>
                <a:lnTo>
                  <a:pt x="1601457" y="0"/>
                </a:lnTo>
                <a:lnTo>
                  <a:pt x="1604702" y="0"/>
                </a:lnTo>
                <a:lnTo>
                  <a:pt x="1604702" y="0"/>
                </a:lnTo>
                <a:lnTo>
                  <a:pt x="1599835" y="0"/>
                </a:lnTo>
                <a:lnTo>
                  <a:pt x="1624173" y="0"/>
                </a:lnTo>
                <a:lnTo>
                  <a:pt x="1633097" y="0"/>
                </a:lnTo>
                <a:lnTo>
                  <a:pt x="1661491" y="0"/>
                </a:lnTo>
                <a:lnTo>
                  <a:pt x="1659869" y="0"/>
                </a:lnTo>
                <a:lnTo>
                  <a:pt x="1646888" y="0"/>
                </a:lnTo>
                <a:lnTo>
                  <a:pt x="1646888" y="0"/>
                </a:lnTo>
                <a:lnTo>
                  <a:pt x="1649322" y="0"/>
                </a:lnTo>
                <a:lnTo>
                  <a:pt x="1653379" y="0"/>
                </a:lnTo>
                <a:lnTo>
                  <a:pt x="1695565" y="0"/>
                </a:lnTo>
                <a:lnTo>
                  <a:pt x="1713413" y="0"/>
                </a:lnTo>
                <a:lnTo>
                  <a:pt x="1756411" y="0"/>
                </a:lnTo>
                <a:lnTo>
                  <a:pt x="1805898" y="0"/>
                </a:lnTo>
                <a:lnTo>
                  <a:pt x="1846462" y="7911"/>
                </a:lnTo>
                <a:lnTo>
                  <a:pt x="1881347" y="32847"/>
                </a:lnTo>
                <a:lnTo>
                  <a:pt x="1917854" y="31127"/>
                </a:lnTo>
                <a:lnTo>
                  <a:pt x="1928401" y="35856"/>
                </a:lnTo>
                <a:lnTo>
                  <a:pt x="1937325" y="43595"/>
                </a:lnTo>
                <a:lnTo>
                  <a:pt x="1947871" y="64231"/>
                </a:lnTo>
                <a:lnTo>
                  <a:pt x="1968965" y="111093"/>
                </a:lnTo>
                <a:lnTo>
                  <a:pt x="1986813" y="127000"/>
                </a:lnTo>
                <a:lnTo>
                  <a:pt x="2014396" y="164403"/>
                </a:lnTo>
                <a:lnTo>
                  <a:pt x="2040357" y="199656"/>
                </a:lnTo>
                <a:lnTo>
                  <a:pt x="2023320" y="247378"/>
                </a:lnTo>
                <a:lnTo>
                  <a:pt x="2007095" y="297248"/>
                </a:lnTo>
                <a:lnTo>
                  <a:pt x="2007095" y="361307"/>
                </a:lnTo>
                <a:lnTo>
                  <a:pt x="2007095" y="395700"/>
                </a:lnTo>
                <a:lnTo>
                  <a:pt x="2041979" y="396990"/>
                </a:lnTo>
                <a:lnTo>
                  <a:pt x="2081732" y="398710"/>
                </a:lnTo>
                <a:lnTo>
                  <a:pt x="2081732" y="439982"/>
                </a:lnTo>
                <a:lnTo>
                  <a:pt x="2081732" y="481255"/>
                </a:lnTo>
                <a:lnTo>
                  <a:pt x="2082543" y="528546"/>
                </a:lnTo>
                <a:lnTo>
                  <a:pt x="2093901" y="530696"/>
                </a:lnTo>
                <a:lnTo>
                  <a:pt x="2112560" y="540584"/>
                </a:lnTo>
                <a:lnTo>
                  <a:pt x="2119862" y="556061"/>
                </a:lnTo>
                <a:lnTo>
                  <a:pt x="2130408" y="564230"/>
                </a:lnTo>
                <a:lnTo>
                  <a:pt x="2141766" y="565519"/>
                </a:lnTo>
                <a:lnTo>
                  <a:pt x="2153935" y="573258"/>
                </a:lnTo>
                <a:lnTo>
                  <a:pt x="2165293" y="587015"/>
                </a:lnTo>
                <a:lnTo>
                  <a:pt x="2169350" y="597334"/>
                </a:lnTo>
                <a:lnTo>
                  <a:pt x="2166104" y="604212"/>
                </a:lnTo>
                <a:lnTo>
                  <a:pt x="2168538" y="616680"/>
                </a:lnTo>
                <a:lnTo>
                  <a:pt x="2176651" y="634737"/>
                </a:lnTo>
                <a:lnTo>
                  <a:pt x="2187198" y="642905"/>
                </a:lnTo>
                <a:lnTo>
                  <a:pt x="2201801" y="653223"/>
                </a:lnTo>
                <a:lnTo>
                  <a:pt x="2181519" y="659242"/>
                </a:lnTo>
                <a:lnTo>
                  <a:pt x="2158803" y="654513"/>
                </a:lnTo>
                <a:lnTo>
                  <a:pt x="2110938" y="633877"/>
                </a:lnTo>
                <a:lnTo>
                  <a:pt x="2095524" y="633017"/>
                </a:lnTo>
                <a:lnTo>
                  <a:pt x="2075242" y="641185"/>
                </a:lnTo>
                <a:lnTo>
                  <a:pt x="2074430" y="648064"/>
                </a:lnTo>
                <a:lnTo>
                  <a:pt x="2023320" y="624848"/>
                </a:lnTo>
                <a:lnTo>
                  <a:pt x="2005472" y="620119"/>
                </a:lnTo>
                <a:lnTo>
                  <a:pt x="1998982" y="619689"/>
                </a:lnTo>
                <a:lnTo>
                  <a:pt x="1969776" y="620119"/>
                </a:lnTo>
                <a:lnTo>
                  <a:pt x="1928401" y="623989"/>
                </a:lnTo>
                <a:lnTo>
                  <a:pt x="1904063" y="633447"/>
                </a:lnTo>
                <a:lnTo>
                  <a:pt x="1887026" y="643765"/>
                </a:lnTo>
                <a:lnTo>
                  <a:pt x="1879724" y="653653"/>
                </a:lnTo>
                <a:lnTo>
                  <a:pt x="1876479" y="658812"/>
                </a:lnTo>
                <a:lnTo>
                  <a:pt x="1863499" y="687617"/>
                </a:lnTo>
                <a:lnTo>
                  <a:pt x="1848085" y="725020"/>
                </a:lnTo>
                <a:lnTo>
                  <a:pt x="1832670" y="758554"/>
                </a:lnTo>
                <a:lnTo>
                  <a:pt x="1801842" y="805415"/>
                </a:lnTo>
                <a:lnTo>
                  <a:pt x="1784805" y="827341"/>
                </a:lnTo>
                <a:lnTo>
                  <a:pt x="1748298" y="867754"/>
                </a:lnTo>
                <a:lnTo>
                  <a:pt x="1708545" y="875922"/>
                </a:lnTo>
                <a:lnTo>
                  <a:pt x="1616871" y="867754"/>
                </a:lnTo>
                <a:lnTo>
                  <a:pt x="1515462" y="859156"/>
                </a:lnTo>
                <a:lnTo>
                  <a:pt x="1414053" y="850127"/>
                </a:lnTo>
                <a:lnTo>
                  <a:pt x="1339415" y="843678"/>
                </a:lnTo>
                <a:lnTo>
                  <a:pt x="1332925" y="841529"/>
                </a:lnTo>
                <a:lnTo>
                  <a:pt x="1259099" y="783919"/>
                </a:lnTo>
                <a:lnTo>
                  <a:pt x="1199876" y="738348"/>
                </a:lnTo>
                <a:lnTo>
                  <a:pt x="1126861" y="681168"/>
                </a:lnTo>
                <a:lnTo>
                  <a:pt x="1051413" y="623129"/>
                </a:lnTo>
                <a:lnTo>
                  <a:pt x="975153" y="564230"/>
                </a:lnTo>
                <a:lnTo>
                  <a:pt x="919986" y="521237"/>
                </a:lnTo>
                <a:lnTo>
                  <a:pt x="853462" y="466208"/>
                </a:lnTo>
                <a:lnTo>
                  <a:pt x="791805" y="415907"/>
                </a:lnTo>
                <a:lnTo>
                  <a:pt x="743939" y="376354"/>
                </a:lnTo>
                <a:lnTo>
                  <a:pt x="681471" y="341530"/>
                </a:lnTo>
                <a:lnTo>
                  <a:pt x="633606" y="314445"/>
                </a:lnTo>
                <a:lnTo>
                  <a:pt x="563025" y="275322"/>
                </a:lnTo>
                <a:lnTo>
                  <a:pt x="507047" y="243508"/>
                </a:lnTo>
                <a:lnTo>
                  <a:pt x="458371" y="216423"/>
                </a:lnTo>
                <a:lnTo>
                  <a:pt x="384545" y="175151"/>
                </a:lnTo>
                <a:lnTo>
                  <a:pt x="359395" y="163543"/>
                </a:lnTo>
                <a:lnTo>
                  <a:pt x="282324" y="149785"/>
                </a:lnTo>
                <a:lnTo>
                  <a:pt x="209309" y="138178"/>
                </a:lnTo>
                <a:lnTo>
                  <a:pt x="133861" y="125710"/>
                </a:lnTo>
                <a:lnTo>
                  <a:pt x="83562" y="117541"/>
                </a:lnTo>
                <a:lnTo>
                  <a:pt x="116824" y="88307"/>
                </a:lnTo>
                <a:lnTo>
                  <a:pt x="106277" y="61652"/>
                </a:lnTo>
                <a:lnTo>
                  <a:pt x="82750" y="66381"/>
                </a:lnTo>
                <a:lnTo>
                  <a:pt x="60035" y="72830"/>
                </a:lnTo>
                <a:lnTo>
                  <a:pt x="47054" y="31557"/>
                </a:lnTo>
                <a:lnTo>
                  <a:pt x="64091" y="26398"/>
                </a:lnTo>
                <a:lnTo>
                  <a:pt x="47865" y="0"/>
                </a:lnTo>
                <a:lnTo>
                  <a:pt x="31640" y="0"/>
                </a:lnTo>
                <a:lnTo>
                  <a:pt x="16226" y="0"/>
                </a:lnTo>
                <a:lnTo>
                  <a:pt x="0" y="0"/>
                </a:lnTo>
                <a:lnTo>
                  <a:pt x="63280" y="0"/>
                </a:lnTo>
                <a:lnTo>
                  <a:pt x="111145" y="0"/>
                </a:lnTo>
                <a:lnTo>
                  <a:pt x="178481" y="0"/>
                </a:lnTo>
                <a:lnTo>
                  <a:pt x="242571" y="0"/>
                </a:lnTo>
                <a:lnTo>
                  <a:pt x="303417" y="0"/>
                </a:lnTo>
                <a:lnTo>
                  <a:pt x="371564" y="0"/>
                </a:lnTo>
                <a:lnTo>
                  <a:pt x="431599" y="0"/>
                </a:lnTo>
                <a:lnTo>
                  <a:pt x="486765" y="0"/>
                </a:lnTo>
                <a:lnTo>
                  <a:pt x="498934" y="0"/>
                </a:lnTo>
                <a:lnTo>
                  <a:pt x="524084" y="0"/>
                </a:lnTo>
                <a:lnTo>
                  <a:pt x="545177" y="0"/>
                </a:lnTo>
                <a:lnTo>
                  <a:pt x="546800" y="0"/>
                </a:lnTo>
                <a:lnTo>
                  <a:pt x="546800" y="0"/>
                </a:lnTo>
                <a:lnTo>
                  <a:pt x="550045" y="0"/>
                </a:lnTo>
                <a:lnTo>
                  <a:pt x="557346" y="0"/>
                </a:lnTo>
                <a:lnTo>
                  <a:pt x="570327" y="0"/>
                </a:lnTo>
                <a:lnTo>
                  <a:pt x="581684" y="0"/>
                </a:lnTo>
                <a:lnTo>
                  <a:pt x="582496" y="0"/>
                </a:lnTo>
                <a:lnTo>
                  <a:pt x="580873" y="0"/>
                </a:lnTo>
                <a:lnTo>
                  <a:pt x="569515" y="0"/>
                </a:lnTo>
                <a:lnTo>
                  <a:pt x="556535" y="0"/>
                </a:lnTo>
                <a:lnTo>
                  <a:pt x="558157" y="0"/>
                </a:lnTo>
                <a:lnTo>
                  <a:pt x="560591" y="0"/>
                </a:lnTo>
                <a:lnTo>
                  <a:pt x="567893" y="0"/>
                </a:lnTo>
                <a:lnTo>
                  <a:pt x="581684" y="0"/>
                </a:lnTo>
                <a:lnTo>
                  <a:pt x="595476" y="0"/>
                </a:lnTo>
                <a:lnTo>
                  <a:pt x="648209" y="0"/>
                </a:lnTo>
                <a:lnTo>
                  <a:pt x="679037" y="0"/>
                </a:lnTo>
                <a:lnTo>
                  <a:pt x="721224" y="0"/>
                </a:lnTo>
                <a:lnTo>
                  <a:pt x="745562" y="0"/>
                </a:lnTo>
                <a:lnTo>
                  <a:pt x="780447" y="0"/>
                </a:lnTo>
                <a:lnTo>
                  <a:pt x="805596" y="0"/>
                </a:lnTo>
                <a:lnTo>
                  <a:pt x="808030" y="0"/>
                </a:lnTo>
                <a:lnTo>
                  <a:pt x="808030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583221" y="1645920"/>
            <a:ext cx="978398" cy="844538"/>
          </a:xfrm>
          <a:custGeom>
            <a:avLst/>
            <a:gdLst/>
            <a:ahLst/>
            <a:cxnLst/>
            <a:rect l="l" t="t" r="r" b="b"/>
            <a:pathLst>
              <a:path w="978398" h="844538">
                <a:moveTo>
                  <a:pt x="188216" y="0"/>
                </a:moveTo>
                <a:lnTo>
                  <a:pt x="212554" y="0"/>
                </a:lnTo>
                <a:lnTo>
                  <a:pt x="226346" y="0"/>
                </a:lnTo>
                <a:lnTo>
                  <a:pt x="249873" y="16510"/>
                </a:lnTo>
                <a:lnTo>
                  <a:pt x="285569" y="25968"/>
                </a:lnTo>
                <a:lnTo>
                  <a:pt x="300172" y="35426"/>
                </a:lnTo>
                <a:lnTo>
                  <a:pt x="320454" y="52623"/>
                </a:lnTo>
                <a:lnTo>
                  <a:pt x="344792" y="59072"/>
                </a:lnTo>
                <a:lnTo>
                  <a:pt x="421052" y="69820"/>
                </a:lnTo>
                <a:lnTo>
                  <a:pt x="481898" y="33277"/>
                </a:lnTo>
                <a:lnTo>
                  <a:pt x="533008" y="2322"/>
                </a:lnTo>
                <a:lnTo>
                  <a:pt x="592231" y="0"/>
                </a:lnTo>
                <a:lnTo>
                  <a:pt x="631983" y="0"/>
                </a:lnTo>
                <a:lnTo>
                  <a:pt x="699319" y="0"/>
                </a:lnTo>
                <a:lnTo>
                  <a:pt x="744751" y="0"/>
                </a:lnTo>
                <a:lnTo>
                  <a:pt x="803162" y="0"/>
                </a:lnTo>
                <a:lnTo>
                  <a:pt x="861574" y="0"/>
                </a:lnTo>
                <a:lnTo>
                  <a:pt x="877800" y="0"/>
                </a:lnTo>
                <a:lnTo>
                  <a:pt x="893214" y="0"/>
                </a:lnTo>
                <a:lnTo>
                  <a:pt x="909439" y="0"/>
                </a:lnTo>
                <a:lnTo>
                  <a:pt x="925665" y="26398"/>
                </a:lnTo>
                <a:lnTo>
                  <a:pt x="908628" y="31557"/>
                </a:lnTo>
                <a:lnTo>
                  <a:pt x="921609" y="72830"/>
                </a:lnTo>
                <a:lnTo>
                  <a:pt x="944324" y="66381"/>
                </a:lnTo>
                <a:lnTo>
                  <a:pt x="967851" y="61652"/>
                </a:lnTo>
                <a:lnTo>
                  <a:pt x="978398" y="88307"/>
                </a:lnTo>
                <a:lnTo>
                  <a:pt x="945136" y="117541"/>
                </a:lnTo>
                <a:lnTo>
                  <a:pt x="911873" y="146776"/>
                </a:lnTo>
                <a:lnTo>
                  <a:pt x="903761" y="149785"/>
                </a:lnTo>
                <a:lnTo>
                  <a:pt x="860763" y="161823"/>
                </a:lnTo>
                <a:lnTo>
                  <a:pt x="771523" y="186329"/>
                </a:lnTo>
                <a:lnTo>
                  <a:pt x="712300" y="202666"/>
                </a:lnTo>
                <a:lnTo>
                  <a:pt x="636040" y="223732"/>
                </a:lnTo>
                <a:lnTo>
                  <a:pt x="572760" y="241359"/>
                </a:lnTo>
                <a:lnTo>
                  <a:pt x="510292" y="258556"/>
                </a:lnTo>
                <a:lnTo>
                  <a:pt x="452692" y="274463"/>
                </a:lnTo>
                <a:lnTo>
                  <a:pt x="485143" y="308426"/>
                </a:lnTo>
                <a:lnTo>
                  <a:pt x="536253" y="360017"/>
                </a:lnTo>
                <a:lnTo>
                  <a:pt x="569515" y="394411"/>
                </a:lnTo>
                <a:lnTo>
                  <a:pt x="609268" y="438693"/>
                </a:lnTo>
                <a:lnTo>
                  <a:pt x="644964" y="478245"/>
                </a:lnTo>
                <a:lnTo>
                  <a:pt x="682282" y="519948"/>
                </a:lnTo>
                <a:lnTo>
                  <a:pt x="656322" y="534135"/>
                </a:lnTo>
                <a:lnTo>
                  <a:pt x="612513" y="557781"/>
                </a:lnTo>
                <a:lnTo>
                  <a:pt x="608456" y="562080"/>
                </a:lnTo>
                <a:lnTo>
                  <a:pt x="604400" y="566379"/>
                </a:lnTo>
                <a:lnTo>
                  <a:pt x="586552" y="608082"/>
                </a:lnTo>
                <a:lnTo>
                  <a:pt x="571949" y="641185"/>
                </a:lnTo>
                <a:lnTo>
                  <a:pt x="567893" y="645055"/>
                </a:lnTo>
                <a:lnTo>
                  <a:pt x="507047" y="657093"/>
                </a:lnTo>
                <a:lnTo>
                  <a:pt x="445390" y="669560"/>
                </a:lnTo>
                <a:lnTo>
                  <a:pt x="406449" y="676869"/>
                </a:lnTo>
                <a:lnTo>
                  <a:pt x="395091" y="685467"/>
                </a:lnTo>
                <a:lnTo>
                  <a:pt x="369942" y="726740"/>
                </a:lnTo>
                <a:lnTo>
                  <a:pt x="343981" y="768872"/>
                </a:lnTo>
                <a:lnTo>
                  <a:pt x="300172" y="803696"/>
                </a:lnTo>
                <a:lnTo>
                  <a:pt x="251495" y="841959"/>
                </a:lnTo>
                <a:lnTo>
                  <a:pt x="240138" y="844538"/>
                </a:lnTo>
                <a:lnTo>
                  <a:pt x="205253" y="838519"/>
                </a:lnTo>
                <a:lnTo>
                  <a:pt x="145218" y="828631"/>
                </a:lnTo>
                <a:lnTo>
                  <a:pt x="87618" y="818743"/>
                </a:lnTo>
                <a:lnTo>
                  <a:pt x="47865" y="811864"/>
                </a:lnTo>
                <a:lnTo>
                  <a:pt x="0" y="804126"/>
                </a:lnTo>
                <a:lnTo>
                  <a:pt x="7302" y="771452"/>
                </a:lnTo>
                <a:lnTo>
                  <a:pt x="4868" y="754255"/>
                </a:lnTo>
                <a:lnTo>
                  <a:pt x="16226" y="696645"/>
                </a:lnTo>
                <a:lnTo>
                  <a:pt x="22716" y="669560"/>
                </a:lnTo>
                <a:lnTo>
                  <a:pt x="26772" y="649354"/>
                </a:lnTo>
                <a:lnTo>
                  <a:pt x="42998" y="608941"/>
                </a:lnTo>
                <a:lnTo>
                  <a:pt x="40564" y="595614"/>
                </a:lnTo>
                <a:lnTo>
                  <a:pt x="44620" y="548752"/>
                </a:lnTo>
                <a:lnTo>
                  <a:pt x="42998" y="539724"/>
                </a:lnTo>
                <a:lnTo>
                  <a:pt x="50299" y="513929"/>
                </a:lnTo>
                <a:lnTo>
                  <a:pt x="64091" y="476956"/>
                </a:lnTo>
                <a:lnTo>
                  <a:pt x="77883" y="445141"/>
                </a:lnTo>
                <a:lnTo>
                  <a:pt x="83562" y="430954"/>
                </a:lnTo>
                <a:lnTo>
                  <a:pt x="97353" y="400430"/>
                </a:lnTo>
                <a:lnTo>
                  <a:pt x="110334" y="363456"/>
                </a:lnTo>
                <a:lnTo>
                  <a:pt x="103032" y="343250"/>
                </a:lnTo>
                <a:lnTo>
                  <a:pt x="101410" y="338951"/>
                </a:lnTo>
                <a:lnTo>
                  <a:pt x="106277" y="315735"/>
                </a:lnTo>
                <a:lnTo>
                  <a:pt x="112767" y="277472"/>
                </a:lnTo>
                <a:lnTo>
                  <a:pt x="116013" y="256836"/>
                </a:lnTo>
                <a:lnTo>
                  <a:pt x="123314" y="229751"/>
                </a:lnTo>
                <a:lnTo>
                  <a:pt x="137106" y="206535"/>
                </a:lnTo>
                <a:lnTo>
                  <a:pt x="130615" y="152365"/>
                </a:lnTo>
                <a:lnTo>
                  <a:pt x="131427" y="123130"/>
                </a:lnTo>
                <a:lnTo>
                  <a:pt x="140351" y="89596"/>
                </a:lnTo>
                <a:lnTo>
                  <a:pt x="135483" y="50474"/>
                </a:lnTo>
                <a:lnTo>
                  <a:pt x="139540" y="0"/>
                </a:lnTo>
                <a:lnTo>
                  <a:pt x="140351" y="0"/>
                </a:lnTo>
                <a:lnTo>
                  <a:pt x="145218" y="0"/>
                </a:lnTo>
                <a:lnTo>
                  <a:pt x="148464" y="0"/>
                </a:lnTo>
                <a:lnTo>
                  <a:pt x="176858" y="0"/>
                </a:lnTo>
                <a:lnTo>
                  <a:pt x="188216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9541941" y="2294844"/>
            <a:ext cx="60034" cy="93723"/>
          </a:xfrm>
          <a:custGeom>
            <a:avLst/>
            <a:gdLst/>
            <a:ahLst/>
            <a:cxnLst/>
            <a:rect l="l" t="t" r="r" b="b"/>
            <a:pathLst>
              <a:path w="60034" h="93723">
                <a:moveTo>
                  <a:pt x="43809" y="88134"/>
                </a:moveTo>
                <a:lnTo>
                  <a:pt x="30829" y="93723"/>
                </a:lnTo>
                <a:lnTo>
                  <a:pt x="22716" y="91143"/>
                </a:lnTo>
                <a:lnTo>
                  <a:pt x="13792" y="77816"/>
                </a:lnTo>
                <a:lnTo>
                  <a:pt x="0" y="44712"/>
                </a:lnTo>
                <a:lnTo>
                  <a:pt x="8113" y="32244"/>
                </a:lnTo>
                <a:lnTo>
                  <a:pt x="7302" y="27085"/>
                </a:lnTo>
                <a:lnTo>
                  <a:pt x="8924" y="23216"/>
                </a:lnTo>
                <a:lnTo>
                  <a:pt x="12980" y="20636"/>
                </a:lnTo>
                <a:lnTo>
                  <a:pt x="17848" y="5159"/>
                </a:lnTo>
                <a:lnTo>
                  <a:pt x="23527" y="0"/>
                </a:lnTo>
                <a:lnTo>
                  <a:pt x="33262" y="10748"/>
                </a:lnTo>
                <a:lnTo>
                  <a:pt x="60034" y="48581"/>
                </a:lnTo>
                <a:lnTo>
                  <a:pt x="60034" y="64488"/>
                </a:lnTo>
                <a:lnTo>
                  <a:pt x="58412" y="70507"/>
                </a:lnTo>
                <a:lnTo>
                  <a:pt x="43809" y="88134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193093" y="2265609"/>
            <a:ext cx="430787" cy="387359"/>
          </a:xfrm>
          <a:custGeom>
            <a:avLst/>
            <a:gdLst/>
            <a:ahLst/>
            <a:cxnLst/>
            <a:rect l="l" t="t" r="r" b="b"/>
            <a:pathLst>
              <a:path w="430787" h="387359">
                <a:moveTo>
                  <a:pt x="430787" y="385210"/>
                </a:moveTo>
                <a:lnTo>
                  <a:pt x="391034" y="385640"/>
                </a:lnTo>
                <a:lnTo>
                  <a:pt x="341547" y="386500"/>
                </a:lnTo>
                <a:lnTo>
                  <a:pt x="301794" y="386930"/>
                </a:lnTo>
                <a:lnTo>
                  <a:pt x="256363" y="387359"/>
                </a:lnTo>
                <a:lnTo>
                  <a:pt x="236892" y="364144"/>
                </a:lnTo>
                <a:lnTo>
                  <a:pt x="230402" y="338348"/>
                </a:lnTo>
                <a:lnTo>
                  <a:pt x="223100" y="312123"/>
                </a:lnTo>
                <a:lnTo>
                  <a:pt x="202819" y="274290"/>
                </a:lnTo>
                <a:lnTo>
                  <a:pt x="136294" y="265262"/>
                </a:lnTo>
                <a:lnTo>
                  <a:pt x="101409" y="260533"/>
                </a:lnTo>
                <a:lnTo>
                  <a:pt x="42997" y="253224"/>
                </a:lnTo>
                <a:lnTo>
                  <a:pt x="0" y="248065"/>
                </a:lnTo>
                <a:lnTo>
                  <a:pt x="36507" y="207652"/>
                </a:lnTo>
                <a:lnTo>
                  <a:pt x="53544" y="185726"/>
                </a:lnTo>
                <a:lnTo>
                  <a:pt x="84372" y="138865"/>
                </a:lnTo>
                <a:lnTo>
                  <a:pt x="99787" y="105331"/>
                </a:lnTo>
                <a:lnTo>
                  <a:pt x="115201" y="67928"/>
                </a:lnTo>
                <a:lnTo>
                  <a:pt x="128181" y="39123"/>
                </a:lnTo>
                <a:lnTo>
                  <a:pt x="131426" y="33964"/>
                </a:lnTo>
                <a:lnTo>
                  <a:pt x="138728" y="24076"/>
                </a:lnTo>
                <a:lnTo>
                  <a:pt x="155765" y="13758"/>
                </a:lnTo>
                <a:lnTo>
                  <a:pt x="180103" y="4300"/>
                </a:lnTo>
                <a:lnTo>
                  <a:pt x="221478" y="430"/>
                </a:lnTo>
                <a:lnTo>
                  <a:pt x="250684" y="0"/>
                </a:lnTo>
                <a:lnTo>
                  <a:pt x="257174" y="430"/>
                </a:lnTo>
                <a:lnTo>
                  <a:pt x="275022" y="5159"/>
                </a:lnTo>
                <a:lnTo>
                  <a:pt x="326132" y="28375"/>
                </a:lnTo>
                <a:lnTo>
                  <a:pt x="324510" y="37404"/>
                </a:lnTo>
                <a:lnTo>
                  <a:pt x="331811" y="64919"/>
                </a:lnTo>
                <a:lnTo>
                  <a:pt x="348037" y="94583"/>
                </a:lnTo>
                <a:lnTo>
                  <a:pt x="361828" y="118659"/>
                </a:lnTo>
                <a:lnTo>
                  <a:pt x="363451" y="130267"/>
                </a:lnTo>
                <a:lnTo>
                  <a:pt x="351282" y="128547"/>
                </a:lnTo>
                <a:lnTo>
                  <a:pt x="341547" y="123818"/>
                </a:lnTo>
                <a:lnTo>
                  <a:pt x="323699" y="119089"/>
                </a:lnTo>
                <a:lnTo>
                  <a:pt x="289625" y="151333"/>
                </a:lnTo>
                <a:lnTo>
                  <a:pt x="268532" y="168530"/>
                </a:lnTo>
                <a:lnTo>
                  <a:pt x="268532" y="174548"/>
                </a:lnTo>
                <a:lnTo>
                  <a:pt x="296115" y="181427"/>
                </a:lnTo>
                <a:lnTo>
                  <a:pt x="316397" y="180997"/>
                </a:lnTo>
                <a:lnTo>
                  <a:pt x="330189" y="176268"/>
                </a:lnTo>
                <a:lnTo>
                  <a:pt x="342358" y="184007"/>
                </a:lnTo>
                <a:lnTo>
                  <a:pt x="350471" y="203783"/>
                </a:lnTo>
                <a:lnTo>
                  <a:pt x="353716" y="219690"/>
                </a:lnTo>
                <a:lnTo>
                  <a:pt x="372375" y="276870"/>
                </a:lnTo>
                <a:lnTo>
                  <a:pt x="387789" y="296216"/>
                </a:lnTo>
                <a:lnTo>
                  <a:pt x="407260" y="330610"/>
                </a:lnTo>
                <a:lnTo>
                  <a:pt x="414561" y="348237"/>
                </a:lnTo>
                <a:lnTo>
                  <a:pt x="418618" y="363284"/>
                </a:lnTo>
                <a:lnTo>
                  <a:pt x="430787" y="38521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0144718" y="3242390"/>
            <a:ext cx="192273" cy="393378"/>
          </a:xfrm>
          <a:custGeom>
            <a:avLst/>
            <a:gdLst/>
            <a:ahLst/>
            <a:cxnLst/>
            <a:rect l="l" t="t" r="r" b="b"/>
            <a:pathLst>
              <a:path w="192273" h="393378">
                <a:moveTo>
                  <a:pt x="115201" y="383060"/>
                </a:moveTo>
                <a:lnTo>
                  <a:pt x="94920" y="388219"/>
                </a:lnTo>
                <a:lnTo>
                  <a:pt x="76260" y="393378"/>
                </a:lnTo>
                <a:lnTo>
                  <a:pt x="60035" y="393378"/>
                </a:lnTo>
                <a:lnTo>
                  <a:pt x="47866" y="391229"/>
                </a:lnTo>
                <a:lnTo>
                  <a:pt x="38942" y="386070"/>
                </a:lnTo>
                <a:lnTo>
                  <a:pt x="22716" y="365004"/>
                </a:lnTo>
                <a:lnTo>
                  <a:pt x="11358" y="337919"/>
                </a:lnTo>
                <a:lnTo>
                  <a:pt x="17848" y="322871"/>
                </a:lnTo>
                <a:lnTo>
                  <a:pt x="20282" y="313413"/>
                </a:lnTo>
                <a:lnTo>
                  <a:pt x="4868" y="241616"/>
                </a:lnTo>
                <a:lnTo>
                  <a:pt x="0" y="186586"/>
                </a:lnTo>
                <a:lnTo>
                  <a:pt x="1623" y="175408"/>
                </a:lnTo>
                <a:lnTo>
                  <a:pt x="10547" y="162511"/>
                </a:lnTo>
                <a:lnTo>
                  <a:pt x="25961" y="134136"/>
                </a:lnTo>
                <a:lnTo>
                  <a:pt x="33263" y="106191"/>
                </a:lnTo>
                <a:lnTo>
                  <a:pt x="55978" y="42563"/>
                </a:lnTo>
                <a:lnTo>
                  <a:pt x="79505" y="18057"/>
                </a:lnTo>
                <a:lnTo>
                  <a:pt x="114390" y="0"/>
                </a:lnTo>
                <a:lnTo>
                  <a:pt x="142785" y="35254"/>
                </a:lnTo>
                <a:lnTo>
                  <a:pt x="177670" y="62339"/>
                </a:lnTo>
                <a:lnTo>
                  <a:pt x="184160" y="92434"/>
                </a:lnTo>
                <a:lnTo>
                  <a:pt x="173613" y="116939"/>
                </a:lnTo>
                <a:lnTo>
                  <a:pt x="164689" y="155632"/>
                </a:lnTo>
                <a:lnTo>
                  <a:pt x="170368" y="173689"/>
                </a:lnTo>
                <a:lnTo>
                  <a:pt x="171991" y="189166"/>
                </a:lnTo>
                <a:lnTo>
                  <a:pt x="181726" y="215391"/>
                </a:lnTo>
                <a:lnTo>
                  <a:pt x="190650" y="248925"/>
                </a:lnTo>
                <a:lnTo>
                  <a:pt x="192273" y="272571"/>
                </a:lnTo>
                <a:lnTo>
                  <a:pt x="187405" y="294497"/>
                </a:lnTo>
                <a:lnTo>
                  <a:pt x="175236" y="312553"/>
                </a:lnTo>
                <a:lnTo>
                  <a:pt x="151709" y="368013"/>
                </a:lnTo>
                <a:lnTo>
                  <a:pt x="144407" y="373602"/>
                </a:lnTo>
                <a:lnTo>
                  <a:pt x="115201" y="38306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328067" y="3263457"/>
            <a:ext cx="1086297" cy="853823"/>
          </a:xfrm>
          <a:custGeom>
            <a:avLst/>
            <a:gdLst/>
            <a:ahLst/>
            <a:cxnLst/>
            <a:rect l="l" t="t" r="r" b="b"/>
            <a:pathLst>
              <a:path w="1086297" h="853823">
                <a:moveTo>
                  <a:pt x="1066015" y="103611"/>
                </a:moveTo>
                <a:lnTo>
                  <a:pt x="1080618" y="123387"/>
                </a:lnTo>
                <a:lnTo>
                  <a:pt x="1082240" y="260102"/>
                </a:lnTo>
                <a:lnTo>
                  <a:pt x="1086297" y="269560"/>
                </a:lnTo>
                <a:lnTo>
                  <a:pt x="1078184" y="271280"/>
                </a:lnTo>
                <a:lnTo>
                  <a:pt x="1069260" y="281598"/>
                </a:lnTo>
                <a:lnTo>
                  <a:pt x="1058713" y="297505"/>
                </a:lnTo>
                <a:lnTo>
                  <a:pt x="1044922" y="305674"/>
                </a:lnTo>
                <a:lnTo>
                  <a:pt x="1033564" y="315132"/>
                </a:lnTo>
                <a:lnTo>
                  <a:pt x="1022206" y="326740"/>
                </a:lnTo>
                <a:lnTo>
                  <a:pt x="1013282" y="329319"/>
                </a:lnTo>
                <a:lnTo>
                  <a:pt x="1000302" y="314702"/>
                </a:lnTo>
                <a:lnTo>
                  <a:pt x="992189" y="299655"/>
                </a:lnTo>
                <a:lnTo>
                  <a:pt x="993811" y="296215"/>
                </a:lnTo>
                <a:lnTo>
                  <a:pt x="1000302" y="295356"/>
                </a:lnTo>
                <a:lnTo>
                  <a:pt x="1002735" y="287617"/>
                </a:lnTo>
                <a:lnTo>
                  <a:pt x="998679" y="276009"/>
                </a:lnTo>
                <a:lnTo>
                  <a:pt x="990566" y="272140"/>
                </a:lnTo>
                <a:lnTo>
                  <a:pt x="980020" y="271710"/>
                </a:lnTo>
                <a:lnTo>
                  <a:pt x="969473" y="276439"/>
                </a:lnTo>
                <a:lnTo>
                  <a:pt x="958927" y="286757"/>
                </a:lnTo>
                <a:lnTo>
                  <a:pt x="952436" y="297075"/>
                </a:lnTo>
                <a:lnTo>
                  <a:pt x="951625" y="318571"/>
                </a:lnTo>
                <a:lnTo>
                  <a:pt x="954870" y="343077"/>
                </a:lnTo>
                <a:lnTo>
                  <a:pt x="954059" y="354685"/>
                </a:lnTo>
                <a:lnTo>
                  <a:pt x="948380" y="369302"/>
                </a:lnTo>
                <a:lnTo>
                  <a:pt x="946757" y="390798"/>
                </a:lnTo>
                <a:lnTo>
                  <a:pt x="950814" y="407565"/>
                </a:lnTo>
                <a:lnTo>
                  <a:pt x="954059" y="417453"/>
                </a:lnTo>
                <a:lnTo>
                  <a:pt x="954870" y="425622"/>
                </a:lnTo>
                <a:lnTo>
                  <a:pt x="944324" y="452277"/>
                </a:lnTo>
                <a:lnTo>
                  <a:pt x="953248" y="457006"/>
                </a:lnTo>
                <a:lnTo>
                  <a:pt x="982454" y="459156"/>
                </a:lnTo>
                <a:lnTo>
                  <a:pt x="991378" y="476782"/>
                </a:lnTo>
                <a:lnTo>
                  <a:pt x="997057" y="489250"/>
                </a:lnTo>
                <a:lnTo>
                  <a:pt x="995434" y="496559"/>
                </a:lnTo>
                <a:lnTo>
                  <a:pt x="974341" y="502148"/>
                </a:lnTo>
                <a:lnTo>
                  <a:pt x="949191" y="508167"/>
                </a:lnTo>
                <a:lnTo>
                  <a:pt x="930532" y="506447"/>
                </a:lnTo>
                <a:lnTo>
                  <a:pt x="896458" y="514185"/>
                </a:lnTo>
                <a:lnTo>
                  <a:pt x="878610" y="526653"/>
                </a:lnTo>
                <a:lnTo>
                  <a:pt x="884289" y="534822"/>
                </a:lnTo>
                <a:lnTo>
                  <a:pt x="889968" y="540411"/>
                </a:lnTo>
                <a:lnTo>
                  <a:pt x="893213" y="557178"/>
                </a:lnTo>
                <a:lnTo>
                  <a:pt x="887534" y="580393"/>
                </a:lnTo>
                <a:lnTo>
                  <a:pt x="878610" y="603179"/>
                </a:lnTo>
                <a:lnTo>
                  <a:pt x="866441" y="631554"/>
                </a:lnTo>
                <a:lnTo>
                  <a:pt x="852650" y="663798"/>
                </a:lnTo>
                <a:lnTo>
                  <a:pt x="833990" y="712809"/>
                </a:lnTo>
                <a:lnTo>
                  <a:pt x="818576" y="751502"/>
                </a:lnTo>
                <a:lnTo>
                  <a:pt x="816953" y="779017"/>
                </a:lnTo>
                <a:lnTo>
                  <a:pt x="816953" y="797074"/>
                </a:lnTo>
                <a:lnTo>
                  <a:pt x="815331" y="833187"/>
                </a:lnTo>
                <a:lnTo>
                  <a:pt x="799917" y="852963"/>
                </a:lnTo>
                <a:lnTo>
                  <a:pt x="796672" y="853823"/>
                </a:lnTo>
                <a:lnTo>
                  <a:pt x="778824" y="851244"/>
                </a:lnTo>
                <a:lnTo>
                  <a:pt x="773145" y="850384"/>
                </a:lnTo>
                <a:lnTo>
                  <a:pt x="756108" y="848234"/>
                </a:lnTo>
                <a:lnTo>
                  <a:pt x="729336" y="844795"/>
                </a:lnTo>
                <a:lnTo>
                  <a:pt x="695262" y="840066"/>
                </a:lnTo>
                <a:lnTo>
                  <a:pt x="653887" y="834477"/>
                </a:lnTo>
                <a:lnTo>
                  <a:pt x="608456" y="828458"/>
                </a:lnTo>
                <a:lnTo>
                  <a:pt x="560591" y="822009"/>
                </a:lnTo>
                <a:lnTo>
                  <a:pt x="510292" y="815130"/>
                </a:lnTo>
                <a:lnTo>
                  <a:pt x="459992" y="808252"/>
                </a:lnTo>
                <a:lnTo>
                  <a:pt x="411316" y="801803"/>
                </a:lnTo>
                <a:lnTo>
                  <a:pt x="365885" y="795784"/>
                </a:lnTo>
                <a:lnTo>
                  <a:pt x="325321" y="790195"/>
                </a:lnTo>
                <a:lnTo>
                  <a:pt x="290436" y="785896"/>
                </a:lnTo>
                <a:lnTo>
                  <a:pt x="264475" y="782026"/>
                </a:lnTo>
                <a:lnTo>
                  <a:pt x="247438" y="779877"/>
                </a:lnTo>
                <a:lnTo>
                  <a:pt x="240948" y="779017"/>
                </a:lnTo>
                <a:lnTo>
                  <a:pt x="222289" y="776437"/>
                </a:lnTo>
                <a:lnTo>
                  <a:pt x="211742" y="763110"/>
                </a:lnTo>
                <a:lnTo>
                  <a:pt x="199573" y="746773"/>
                </a:lnTo>
                <a:lnTo>
                  <a:pt x="187404" y="730866"/>
                </a:lnTo>
                <a:lnTo>
                  <a:pt x="175235" y="714529"/>
                </a:lnTo>
                <a:lnTo>
                  <a:pt x="162255" y="698192"/>
                </a:lnTo>
                <a:lnTo>
                  <a:pt x="150085" y="681855"/>
                </a:lnTo>
                <a:lnTo>
                  <a:pt x="137916" y="665948"/>
                </a:lnTo>
                <a:lnTo>
                  <a:pt x="124936" y="649611"/>
                </a:lnTo>
                <a:lnTo>
                  <a:pt x="112767" y="633274"/>
                </a:lnTo>
                <a:lnTo>
                  <a:pt x="100598" y="616937"/>
                </a:lnTo>
                <a:lnTo>
                  <a:pt x="88429" y="601030"/>
                </a:lnTo>
                <a:lnTo>
                  <a:pt x="75448" y="584693"/>
                </a:lnTo>
                <a:lnTo>
                  <a:pt x="63279" y="568356"/>
                </a:lnTo>
                <a:lnTo>
                  <a:pt x="51110" y="552448"/>
                </a:lnTo>
                <a:lnTo>
                  <a:pt x="38129" y="536111"/>
                </a:lnTo>
                <a:lnTo>
                  <a:pt x="25960" y="519774"/>
                </a:lnTo>
                <a:lnTo>
                  <a:pt x="13791" y="503437"/>
                </a:lnTo>
                <a:lnTo>
                  <a:pt x="5678" y="492689"/>
                </a:lnTo>
                <a:lnTo>
                  <a:pt x="811" y="480652"/>
                </a:lnTo>
                <a:lnTo>
                  <a:pt x="0" y="448408"/>
                </a:lnTo>
                <a:lnTo>
                  <a:pt x="0" y="441529"/>
                </a:lnTo>
                <a:lnTo>
                  <a:pt x="8112" y="428631"/>
                </a:lnTo>
                <a:lnTo>
                  <a:pt x="12169" y="437659"/>
                </a:lnTo>
                <a:lnTo>
                  <a:pt x="21904" y="450127"/>
                </a:lnTo>
                <a:lnTo>
                  <a:pt x="37318" y="447118"/>
                </a:lnTo>
                <a:lnTo>
                  <a:pt x="44620" y="449267"/>
                </a:lnTo>
                <a:lnTo>
                  <a:pt x="50299" y="493549"/>
                </a:lnTo>
                <a:lnTo>
                  <a:pt x="61656" y="509456"/>
                </a:lnTo>
                <a:lnTo>
                  <a:pt x="76259" y="515905"/>
                </a:lnTo>
                <a:lnTo>
                  <a:pt x="124125" y="519345"/>
                </a:lnTo>
                <a:lnTo>
                  <a:pt x="153331" y="513326"/>
                </a:lnTo>
                <a:lnTo>
                  <a:pt x="212554" y="484521"/>
                </a:lnTo>
                <a:lnTo>
                  <a:pt x="243382" y="473773"/>
                </a:lnTo>
                <a:lnTo>
                  <a:pt x="328566" y="475922"/>
                </a:lnTo>
                <a:lnTo>
                  <a:pt x="396713" y="487960"/>
                </a:lnTo>
                <a:lnTo>
                  <a:pt x="502990" y="494839"/>
                </a:lnTo>
                <a:lnTo>
                  <a:pt x="524083" y="493119"/>
                </a:lnTo>
                <a:lnTo>
                  <a:pt x="580872" y="469904"/>
                </a:lnTo>
                <a:lnTo>
                  <a:pt x="616569" y="449267"/>
                </a:lnTo>
                <a:lnTo>
                  <a:pt x="637662" y="443248"/>
                </a:lnTo>
                <a:lnTo>
                  <a:pt x="651453" y="423472"/>
                </a:lnTo>
                <a:lnTo>
                  <a:pt x="660377" y="397677"/>
                </a:lnTo>
                <a:lnTo>
                  <a:pt x="668490" y="380910"/>
                </a:lnTo>
                <a:lnTo>
                  <a:pt x="679037" y="372741"/>
                </a:lnTo>
                <a:lnTo>
                  <a:pt x="688772" y="358554"/>
                </a:lnTo>
                <a:lnTo>
                  <a:pt x="696073" y="334908"/>
                </a:lnTo>
                <a:lnTo>
                  <a:pt x="716355" y="311693"/>
                </a:lnTo>
                <a:lnTo>
                  <a:pt x="795049" y="254513"/>
                </a:lnTo>
                <a:lnTo>
                  <a:pt x="841292" y="205932"/>
                </a:lnTo>
                <a:lnTo>
                  <a:pt x="845348" y="190455"/>
                </a:lnTo>
                <a:lnTo>
                  <a:pt x="871309" y="166809"/>
                </a:lnTo>
                <a:lnTo>
                  <a:pt x="890779" y="141444"/>
                </a:lnTo>
                <a:lnTo>
                  <a:pt x="985699" y="67927"/>
                </a:lnTo>
                <a:lnTo>
                  <a:pt x="1004358" y="37833"/>
                </a:lnTo>
                <a:lnTo>
                  <a:pt x="1015716" y="3869"/>
                </a:lnTo>
                <a:lnTo>
                  <a:pt x="1016527" y="1289"/>
                </a:lnTo>
                <a:lnTo>
                  <a:pt x="1024640" y="0"/>
                </a:lnTo>
                <a:lnTo>
                  <a:pt x="1035998" y="5159"/>
                </a:lnTo>
                <a:lnTo>
                  <a:pt x="1037620" y="30524"/>
                </a:lnTo>
                <a:lnTo>
                  <a:pt x="1033564" y="54600"/>
                </a:lnTo>
                <a:lnTo>
                  <a:pt x="1032753" y="79965"/>
                </a:lnTo>
                <a:lnTo>
                  <a:pt x="1031130" y="93722"/>
                </a:lnTo>
                <a:lnTo>
                  <a:pt x="1040054" y="104900"/>
                </a:lnTo>
                <a:lnTo>
                  <a:pt x="1054657" y="109630"/>
                </a:lnTo>
                <a:lnTo>
                  <a:pt x="1061147" y="109200"/>
                </a:lnTo>
                <a:lnTo>
                  <a:pt x="1066015" y="103611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693952" y="3674031"/>
            <a:ext cx="56789" cy="39123"/>
          </a:xfrm>
          <a:custGeom>
            <a:avLst/>
            <a:gdLst/>
            <a:ahLst/>
            <a:cxnLst/>
            <a:rect l="l" t="t" r="r" b="b"/>
            <a:pathLst>
              <a:path w="56789" h="39123">
                <a:moveTo>
                  <a:pt x="31639" y="37834"/>
                </a:moveTo>
                <a:lnTo>
                  <a:pt x="14603" y="39123"/>
                </a:lnTo>
                <a:lnTo>
                  <a:pt x="0" y="29665"/>
                </a:lnTo>
                <a:lnTo>
                  <a:pt x="31639" y="17197"/>
                </a:lnTo>
                <a:lnTo>
                  <a:pt x="40563" y="11608"/>
                </a:lnTo>
                <a:lnTo>
                  <a:pt x="49487" y="0"/>
                </a:lnTo>
                <a:lnTo>
                  <a:pt x="56789" y="9889"/>
                </a:lnTo>
                <a:lnTo>
                  <a:pt x="48676" y="25366"/>
                </a:lnTo>
                <a:lnTo>
                  <a:pt x="42997" y="32245"/>
                </a:lnTo>
                <a:lnTo>
                  <a:pt x="31639" y="37834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556846" y="3682200"/>
            <a:ext cx="16226" cy="23646"/>
          </a:xfrm>
          <a:custGeom>
            <a:avLst/>
            <a:gdLst/>
            <a:ahLst/>
            <a:cxnLst/>
            <a:rect l="l" t="t" r="r" b="b"/>
            <a:pathLst>
              <a:path w="16226" h="23646">
                <a:moveTo>
                  <a:pt x="7302" y="21926"/>
                </a:moveTo>
                <a:lnTo>
                  <a:pt x="3245" y="23646"/>
                </a:lnTo>
                <a:lnTo>
                  <a:pt x="0" y="10318"/>
                </a:lnTo>
                <a:lnTo>
                  <a:pt x="0" y="6449"/>
                </a:lnTo>
                <a:lnTo>
                  <a:pt x="10547" y="0"/>
                </a:lnTo>
                <a:lnTo>
                  <a:pt x="16226" y="11178"/>
                </a:lnTo>
                <a:lnTo>
                  <a:pt x="7302" y="21926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793738" y="3711435"/>
            <a:ext cx="65714" cy="30524"/>
          </a:xfrm>
          <a:custGeom>
            <a:avLst/>
            <a:gdLst/>
            <a:ahLst/>
            <a:cxnLst/>
            <a:rect l="l" t="t" r="r" b="b"/>
            <a:pathLst>
              <a:path w="65714" h="30524">
                <a:moveTo>
                  <a:pt x="65714" y="20206"/>
                </a:moveTo>
                <a:lnTo>
                  <a:pt x="65714" y="28804"/>
                </a:lnTo>
                <a:lnTo>
                  <a:pt x="42998" y="26225"/>
                </a:lnTo>
                <a:lnTo>
                  <a:pt x="37319" y="30524"/>
                </a:lnTo>
                <a:lnTo>
                  <a:pt x="17848" y="28374"/>
                </a:lnTo>
                <a:lnTo>
                  <a:pt x="0" y="22355"/>
                </a:lnTo>
                <a:lnTo>
                  <a:pt x="12170" y="12037"/>
                </a:lnTo>
                <a:lnTo>
                  <a:pt x="44621" y="0"/>
                </a:lnTo>
                <a:lnTo>
                  <a:pt x="58412" y="11178"/>
                </a:lnTo>
                <a:lnTo>
                  <a:pt x="65714" y="20206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951126" y="3650386"/>
            <a:ext cx="30017" cy="20636"/>
          </a:xfrm>
          <a:custGeom>
            <a:avLst/>
            <a:gdLst/>
            <a:ahLst/>
            <a:cxnLst/>
            <a:rect l="l" t="t" r="r" b="b"/>
            <a:pathLst>
              <a:path w="30017" h="20636">
                <a:moveTo>
                  <a:pt x="30017" y="15477"/>
                </a:moveTo>
                <a:lnTo>
                  <a:pt x="27583" y="20636"/>
                </a:lnTo>
                <a:lnTo>
                  <a:pt x="21093" y="20206"/>
                </a:lnTo>
                <a:lnTo>
                  <a:pt x="5679" y="15477"/>
                </a:lnTo>
                <a:lnTo>
                  <a:pt x="0" y="8598"/>
                </a:lnTo>
                <a:lnTo>
                  <a:pt x="10546" y="430"/>
                </a:lnTo>
                <a:lnTo>
                  <a:pt x="14603" y="0"/>
                </a:lnTo>
                <a:lnTo>
                  <a:pt x="21093" y="8598"/>
                </a:lnTo>
                <a:lnTo>
                  <a:pt x="30017" y="15477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1475720" y="4597932"/>
            <a:ext cx="0" cy="117799"/>
          </a:xfrm>
          <a:custGeom>
            <a:avLst/>
            <a:gdLst/>
            <a:ahLst/>
            <a:cxnLst/>
            <a:rect l="l" t="t" r="r" b="b"/>
            <a:pathLst>
              <a:path w="0" h="117799">
                <a:moveTo>
                  <a:pt x="0" y="114359"/>
                </a:moveTo>
                <a:lnTo>
                  <a:pt x="0" y="117799"/>
                </a:lnTo>
                <a:lnTo>
                  <a:pt x="0" y="116079"/>
                </a:lnTo>
                <a:lnTo>
                  <a:pt x="0" y="84695"/>
                </a:lnTo>
                <a:lnTo>
                  <a:pt x="0" y="45572"/>
                </a:lnTo>
                <a:lnTo>
                  <a:pt x="0" y="0"/>
                </a:lnTo>
                <a:lnTo>
                  <a:pt x="0" y="40413"/>
                </a:lnTo>
                <a:lnTo>
                  <a:pt x="0" y="63199"/>
                </a:lnTo>
                <a:lnTo>
                  <a:pt x="0" y="102321"/>
                </a:lnTo>
                <a:lnTo>
                  <a:pt x="0" y="114359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0420552" y="3533017"/>
            <a:ext cx="1055168" cy="2063192"/>
          </a:xfrm>
          <a:custGeom>
            <a:avLst/>
            <a:gdLst/>
            <a:ahLst/>
            <a:cxnLst/>
            <a:rect l="l" t="t" r="r" b="b"/>
            <a:pathLst>
              <a:path w="1055168" h="2063192">
                <a:moveTo>
                  <a:pt x="249061" y="2063192"/>
                </a:moveTo>
                <a:lnTo>
                  <a:pt x="236081" y="2030518"/>
                </a:lnTo>
                <a:lnTo>
                  <a:pt x="222289" y="1997844"/>
                </a:lnTo>
                <a:lnTo>
                  <a:pt x="208498" y="1965170"/>
                </a:lnTo>
                <a:lnTo>
                  <a:pt x="194706" y="1932926"/>
                </a:lnTo>
                <a:lnTo>
                  <a:pt x="184971" y="1909710"/>
                </a:lnTo>
                <a:lnTo>
                  <a:pt x="168745" y="1901972"/>
                </a:lnTo>
                <a:lnTo>
                  <a:pt x="159010" y="1877896"/>
                </a:lnTo>
                <a:lnTo>
                  <a:pt x="149274" y="1852961"/>
                </a:lnTo>
                <a:lnTo>
                  <a:pt x="139539" y="1828025"/>
                </a:lnTo>
                <a:lnTo>
                  <a:pt x="128993" y="1803520"/>
                </a:lnTo>
                <a:lnTo>
                  <a:pt x="119257" y="1778585"/>
                </a:lnTo>
                <a:lnTo>
                  <a:pt x="109522" y="1754079"/>
                </a:lnTo>
                <a:lnTo>
                  <a:pt x="99787" y="1729144"/>
                </a:lnTo>
                <a:lnTo>
                  <a:pt x="89240" y="1704638"/>
                </a:lnTo>
                <a:lnTo>
                  <a:pt x="79505" y="1679703"/>
                </a:lnTo>
                <a:lnTo>
                  <a:pt x="69770" y="1655197"/>
                </a:lnTo>
                <a:lnTo>
                  <a:pt x="59223" y="1630262"/>
                </a:lnTo>
                <a:lnTo>
                  <a:pt x="49488" y="1605756"/>
                </a:lnTo>
                <a:lnTo>
                  <a:pt x="39752" y="1580821"/>
                </a:lnTo>
                <a:lnTo>
                  <a:pt x="29206" y="1556315"/>
                </a:lnTo>
                <a:lnTo>
                  <a:pt x="19470" y="1531380"/>
                </a:lnTo>
                <a:lnTo>
                  <a:pt x="9735" y="1506444"/>
                </a:lnTo>
                <a:lnTo>
                  <a:pt x="0" y="1481939"/>
                </a:lnTo>
                <a:lnTo>
                  <a:pt x="31640" y="1470331"/>
                </a:lnTo>
                <a:lnTo>
                  <a:pt x="70581" y="1456144"/>
                </a:lnTo>
                <a:lnTo>
                  <a:pt x="108711" y="1441956"/>
                </a:lnTo>
                <a:lnTo>
                  <a:pt x="147652" y="1427769"/>
                </a:lnTo>
                <a:lnTo>
                  <a:pt x="186593" y="1413581"/>
                </a:lnTo>
                <a:lnTo>
                  <a:pt x="225534" y="1399394"/>
                </a:lnTo>
                <a:lnTo>
                  <a:pt x="263664" y="1385207"/>
                </a:lnTo>
                <a:lnTo>
                  <a:pt x="302605" y="1371019"/>
                </a:lnTo>
                <a:lnTo>
                  <a:pt x="341547" y="1356832"/>
                </a:lnTo>
                <a:lnTo>
                  <a:pt x="380488" y="1342644"/>
                </a:lnTo>
                <a:lnTo>
                  <a:pt x="419429" y="1328457"/>
                </a:lnTo>
                <a:lnTo>
                  <a:pt x="457559" y="1314270"/>
                </a:lnTo>
                <a:lnTo>
                  <a:pt x="496500" y="1300082"/>
                </a:lnTo>
                <a:lnTo>
                  <a:pt x="535441" y="1285465"/>
                </a:lnTo>
                <a:lnTo>
                  <a:pt x="574383" y="1271277"/>
                </a:lnTo>
                <a:lnTo>
                  <a:pt x="613324" y="1257090"/>
                </a:lnTo>
                <a:lnTo>
                  <a:pt x="651454" y="1242903"/>
                </a:lnTo>
                <a:lnTo>
                  <a:pt x="675792" y="1234304"/>
                </a:lnTo>
                <a:lnTo>
                  <a:pt x="685527" y="1201200"/>
                </a:lnTo>
                <a:lnTo>
                  <a:pt x="693640" y="1173685"/>
                </a:lnTo>
                <a:lnTo>
                  <a:pt x="701753" y="1146600"/>
                </a:lnTo>
                <a:lnTo>
                  <a:pt x="710677" y="1119085"/>
                </a:lnTo>
                <a:lnTo>
                  <a:pt x="718790" y="1091570"/>
                </a:lnTo>
                <a:lnTo>
                  <a:pt x="726902" y="1064055"/>
                </a:lnTo>
                <a:lnTo>
                  <a:pt x="735015" y="1036970"/>
                </a:lnTo>
                <a:lnTo>
                  <a:pt x="743128" y="1009455"/>
                </a:lnTo>
                <a:lnTo>
                  <a:pt x="751241" y="981940"/>
                </a:lnTo>
                <a:lnTo>
                  <a:pt x="760165" y="954425"/>
                </a:lnTo>
                <a:lnTo>
                  <a:pt x="768277" y="927340"/>
                </a:lnTo>
                <a:lnTo>
                  <a:pt x="776390" y="899825"/>
                </a:lnTo>
                <a:lnTo>
                  <a:pt x="784503" y="872310"/>
                </a:lnTo>
                <a:lnTo>
                  <a:pt x="792616" y="844796"/>
                </a:lnTo>
                <a:lnTo>
                  <a:pt x="801540" y="817281"/>
                </a:lnTo>
                <a:lnTo>
                  <a:pt x="809652" y="790196"/>
                </a:lnTo>
                <a:lnTo>
                  <a:pt x="817765" y="762681"/>
                </a:lnTo>
                <a:lnTo>
                  <a:pt x="825067" y="737745"/>
                </a:lnTo>
                <a:lnTo>
                  <a:pt x="811275" y="713240"/>
                </a:lnTo>
                <a:lnTo>
                  <a:pt x="791804" y="680996"/>
                </a:lnTo>
                <a:lnTo>
                  <a:pt x="771522" y="647032"/>
                </a:lnTo>
                <a:lnTo>
                  <a:pt x="752863" y="614788"/>
                </a:lnTo>
                <a:lnTo>
                  <a:pt x="739071" y="591572"/>
                </a:lnTo>
                <a:lnTo>
                  <a:pt x="722846" y="563627"/>
                </a:lnTo>
                <a:lnTo>
                  <a:pt x="724468" y="527514"/>
                </a:lnTo>
                <a:lnTo>
                  <a:pt x="724468" y="509457"/>
                </a:lnTo>
                <a:lnTo>
                  <a:pt x="726091" y="481942"/>
                </a:lnTo>
                <a:lnTo>
                  <a:pt x="741505" y="443249"/>
                </a:lnTo>
                <a:lnTo>
                  <a:pt x="760165" y="394238"/>
                </a:lnTo>
                <a:lnTo>
                  <a:pt x="773956" y="361994"/>
                </a:lnTo>
                <a:lnTo>
                  <a:pt x="786125" y="333619"/>
                </a:lnTo>
                <a:lnTo>
                  <a:pt x="795049" y="310833"/>
                </a:lnTo>
                <a:lnTo>
                  <a:pt x="800728" y="287618"/>
                </a:lnTo>
                <a:lnTo>
                  <a:pt x="797483" y="270851"/>
                </a:lnTo>
                <a:lnTo>
                  <a:pt x="791804" y="265262"/>
                </a:lnTo>
                <a:lnTo>
                  <a:pt x="786125" y="257093"/>
                </a:lnTo>
                <a:lnTo>
                  <a:pt x="803973" y="244625"/>
                </a:lnTo>
                <a:lnTo>
                  <a:pt x="838047" y="236887"/>
                </a:lnTo>
                <a:lnTo>
                  <a:pt x="856706" y="238607"/>
                </a:lnTo>
                <a:lnTo>
                  <a:pt x="881856" y="232588"/>
                </a:lnTo>
                <a:lnTo>
                  <a:pt x="902949" y="226999"/>
                </a:lnTo>
                <a:lnTo>
                  <a:pt x="904572" y="219690"/>
                </a:lnTo>
                <a:lnTo>
                  <a:pt x="898893" y="207222"/>
                </a:lnTo>
                <a:lnTo>
                  <a:pt x="889969" y="189596"/>
                </a:lnTo>
                <a:lnTo>
                  <a:pt x="860763" y="187446"/>
                </a:lnTo>
                <a:lnTo>
                  <a:pt x="851839" y="182717"/>
                </a:lnTo>
                <a:lnTo>
                  <a:pt x="862385" y="156062"/>
                </a:lnTo>
                <a:lnTo>
                  <a:pt x="861574" y="147893"/>
                </a:lnTo>
                <a:lnTo>
                  <a:pt x="858329" y="138005"/>
                </a:lnTo>
                <a:lnTo>
                  <a:pt x="854272" y="121238"/>
                </a:lnTo>
                <a:lnTo>
                  <a:pt x="855895" y="99742"/>
                </a:lnTo>
                <a:lnTo>
                  <a:pt x="861574" y="85125"/>
                </a:lnTo>
                <a:lnTo>
                  <a:pt x="862385" y="73517"/>
                </a:lnTo>
                <a:lnTo>
                  <a:pt x="859140" y="49011"/>
                </a:lnTo>
                <a:lnTo>
                  <a:pt x="859951" y="27515"/>
                </a:lnTo>
                <a:lnTo>
                  <a:pt x="866442" y="17197"/>
                </a:lnTo>
                <a:lnTo>
                  <a:pt x="876988" y="6879"/>
                </a:lnTo>
                <a:lnTo>
                  <a:pt x="887535" y="2150"/>
                </a:lnTo>
                <a:lnTo>
                  <a:pt x="898081" y="2580"/>
                </a:lnTo>
                <a:lnTo>
                  <a:pt x="906194" y="6449"/>
                </a:lnTo>
                <a:lnTo>
                  <a:pt x="910250" y="18057"/>
                </a:lnTo>
                <a:lnTo>
                  <a:pt x="907817" y="25796"/>
                </a:lnTo>
                <a:lnTo>
                  <a:pt x="901326" y="26655"/>
                </a:lnTo>
                <a:lnTo>
                  <a:pt x="899704" y="30095"/>
                </a:lnTo>
                <a:lnTo>
                  <a:pt x="907817" y="45142"/>
                </a:lnTo>
                <a:lnTo>
                  <a:pt x="920797" y="59759"/>
                </a:lnTo>
                <a:lnTo>
                  <a:pt x="929721" y="57180"/>
                </a:lnTo>
                <a:lnTo>
                  <a:pt x="941079" y="45572"/>
                </a:lnTo>
                <a:lnTo>
                  <a:pt x="952437" y="36114"/>
                </a:lnTo>
                <a:lnTo>
                  <a:pt x="966228" y="27945"/>
                </a:lnTo>
                <a:lnTo>
                  <a:pt x="976775" y="12038"/>
                </a:lnTo>
                <a:lnTo>
                  <a:pt x="985699" y="1720"/>
                </a:lnTo>
                <a:lnTo>
                  <a:pt x="993812" y="0"/>
                </a:lnTo>
                <a:lnTo>
                  <a:pt x="1016527" y="65348"/>
                </a:lnTo>
                <a:lnTo>
                  <a:pt x="1050601" y="126397"/>
                </a:lnTo>
                <a:lnTo>
                  <a:pt x="1055168" y="159931"/>
                </a:lnTo>
                <a:lnTo>
                  <a:pt x="1055168" y="205503"/>
                </a:lnTo>
                <a:lnTo>
                  <a:pt x="1055168" y="247635"/>
                </a:lnTo>
                <a:lnTo>
                  <a:pt x="1055168" y="261822"/>
                </a:lnTo>
                <a:lnTo>
                  <a:pt x="1055168" y="291487"/>
                </a:lnTo>
                <a:lnTo>
                  <a:pt x="1055168" y="302235"/>
                </a:lnTo>
                <a:lnTo>
                  <a:pt x="1055168" y="312983"/>
                </a:lnTo>
                <a:lnTo>
                  <a:pt x="1055168" y="335769"/>
                </a:lnTo>
                <a:lnTo>
                  <a:pt x="1055168" y="337059"/>
                </a:lnTo>
                <a:lnTo>
                  <a:pt x="1055168" y="330610"/>
                </a:lnTo>
                <a:lnTo>
                  <a:pt x="1055168" y="331040"/>
                </a:lnTo>
                <a:lnTo>
                  <a:pt x="1055168" y="362424"/>
                </a:lnTo>
                <a:lnTo>
                  <a:pt x="1055168" y="392088"/>
                </a:lnTo>
                <a:lnTo>
                  <a:pt x="1055168" y="407566"/>
                </a:lnTo>
                <a:lnTo>
                  <a:pt x="1055168" y="432071"/>
                </a:lnTo>
                <a:lnTo>
                  <a:pt x="1055168" y="457866"/>
                </a:lnTo>
                <a:lnTo>
                  <a:pt x="1055168" y="497419"/>
                </a:lnTo>
                <a:lnTo>
                  <a:pt x="1055168" y="541701"/>
                </a:lnTo>
                <a:lnTo>
                  <a:pt x="1055168" y="574375"/>
                </a:lnTo>
                <a:lnTo>
                  <a:pt x="1055168" y="594581"/>
                </a:lnTo>
                <a:lnTo>
                  <a:pt x="1055168" y="602750"/>
                </a:lnTo>
                <a:lnTo>
                  <a:pt x="1055168" y="611778"/>
                </a:lnTo>
                <a:lnTo>
                  <a:pt x="1055168" y="633704"/>
                </a:lnTo>
                <a:lnTo>
                  <a:pt x="1055168" y="662509"/>
                </a:lnTo>
                <a:lnTo>
                  <a:pt x="1055168" y="683575"/>
                </a:lnTo>
                <a:lnTo>
                  <a:pt x="1055168" y="724848"/>
                </a:lnTo>
                <a:lnTo>
                  <a:pt x="1055168" y="750213"/>
                </a:lnTo>
                <a:lnTo>
                  <a:pt x="1055168" y="791915"/>
                </a:lnTo>
                <a:lnTo>
                  <a:pt x="1055168" y="861992"/>
                </a:lnTo>
                <a:lnTo>
                  <a:pt x="1055168" y="877899"/>
                </a:lnTo>
                <a:lnTo>
                  <a:pt x="1055168" y="914013"/>
                </a:lnTo>
                <a:lnTo>
                  <a:pt x="1055168" y="957865"/>
                </a:lnTo>
                <a:lnTo>
                  <a:pt x="1055168" y="1033531"/>
                </a:lnTo>
                <a:lnTo>
                  <a:pt x="1055168" y="1108337"/>
                </a:lnTo>
                <a:lnTo>
                  <a:pt x="1055168" y="1132413"/>
                </a:lnTo>
                <a:lnTo>
                  <a:pt x="1055168" y="1137572"/>
                </a:lnTo>
                <a:lnTo>
                  <a:pt x="1055168" y="1135422"/>
                </a:lnTo>
                <a:lnTo>
                  <a:pt x="1055168" y="1128114"/>
                </a:lnTo>
                <a:lnTo>
                  <a:pt x="1055168" y="1107907"/>
                </a:lnTo>
                <a:lnTo>
                  <a:pt x="1055168" y="1084692"/>
                </a:lnTo>
                <a:lnTo>
                  <a:pt x="1055168" y="1087271"/>
                </a:lnTo>
                <a:lnTo>
                  <a:pt x="1055168" y="1092000"/>
                </a:lnTo>
                <a:lnTo>
                  <a:pt x="1055168" y="1148320"/>
                </a:lnTo>
                <a:lnTo>
                  <a:pt x="1055168" y="1172825"/>
                </a:lnTo>
                <a:lnTo>
                  <a:pt x="1055168" y="1204210"/>
                </a:lnTo>
                <a:lnTo>
                  <a:pt x="1055168" y="1244622"/>
                </a:lnTo>
                <a:lnTo>
                  <a:pt x="1055168" y="1281596"/>
                </a:lnTo>
                <a:lnTo>
                  <a:pt x="1055168" y="1312980"/>
                </a:lnTo>
                <a:lnTo>
                  <a:pt x="1055168" y="1330607"/>
                </a:lnTo>
                <a:lnTo>
                  <a:pt x="1055168" y="1374029"/>
                </a:lnTo>
                <a:lnTo>
                  <a:pt x="1055168" y="1418310"/>
                </a:lnTo>
                <a:lnTo>
                  <a:pt x="1055168" y="1444966"/>
                </a:lnTo>
                <a:lnTo>
                  <a:pt x="1055168" y="1476780"/>
                </a:lnTo>
                <a:lnTo>
                  <a:pt x="1055168" y="1486668"/>
                </a:lnTo>
                <a:lnTo>
                  <a:pt x="1055168" y="1491397"/>
                </a:lnTo>
                <a:lnTo>
                  <a:pt x="1055168" y="1494836"/>
                </a:lnTo>
                <a:lnTo>
                  <a:pt x="1055168" y="1505155"/>
                </a:lnTo>
                <a:lnTo>
                  <a:pt x="1055168" y="1523641"/>
                </a:lnTo>
                <a:lnTo>
                  <a:pt x="1055168" y="1542128"/>
                </a:lnTo>
                <a:lnTo>
                  <a:pt x="1053846" y="1582970"/>
                </a:lnTo>
                <a:lnTo>
                  <a:pt x="1030319" y="1687441"/>
                </a:lnTo>
                <a:lnTo>
                  <a:pt x="992189" y="1731723"/>
                </a:lnTo>
                <a:lnTo>
                  <a:pt x="967040" y="1740751"/>
                </a:lnTo>
                <a:lnTo>
                  <a:pt x="905383" y="1744621"/>
                </a:lnTo>
                <a:lnTo>
                  <a:pt x="819388" y="1756659"/>
                </a:lnTo>
                <a:lnTo>
                  <a:pt x="788559" y="1767407"/>
                </a:lnTo>
                <a:lnTo>
                  <a:pt x="738260" y="1831035"/>
                </a:lnTo>
                <a:lnTo>
                  <a:pt x="734204" y="1851241"/>
                </a:lnTo>
                <a:lnTo>
                  <a:pt x="743939" y="1865859"/>
                </a:lnTo>
                <a:lnTo>
                  <a:pt x="747184" y="1881766"/>
                </a:lnTo>
                <a:lnTo>
                  <a:pt x="743128" y="1896813"/>
                </a:lnTo>
                <a:lnTo>
                  <a:pt x="719601" y="1937225"/>
                </a:lnTo>
                <a:lnTo>
                  <a:pt x="695263" y="1966460"/>
                </a:lnTo>
                <a:lnTo>
                  <a:pt x="629549" y="1984947"/>
                </a:lnTo>
                <a:lnTo>
                  <a:pt x="605211" y="1974199"/>
                </a:lnTo>
                <a:lnTo>
                  <a:pt x="583307" y="1968610"/>
                </a:lnTo>
                <a:lnTo>
                  <a:pt x="540309" y="1967750"/>
                </a:lnTo>
                <a:lnTo>
                  <a:pt x="470539" y="1975059"/>
                </a:lnTo>
                <a:lnTo>
                  <a:pt x="445390" y="1996555"/>
                </a:lnTo>
                <a:lnTo>
                  <a:pt x="404826" y="2012032"/>
                </a:lnTo>
                <a:lnTo>
                  <a:pt x="367507" y="2035677"/>
                </a:lnTo>
                <a:lnTo>
                  <a:pt x="296927" y="2044706"/>
                </a:lnTo>
                <a:lnTo>
                  <a:pt x="249061" y="2063192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1344594" y="3192090"/>
            <a:ext cx="78694" cy="180997"/>
          </a:xfrm>
          <a:custGeom>
            <a:avLst/>
            <a:gdLst/>
            <a:ahLst/>
            <a:cxnLst/>
            <a:rect l="l" t="t" r="r" b="b"/>
            <a:pathLst>
              <a:path w="78694" h="180997">
                <a:moveTo>
                  <a:pt x="49488" y="174978"/>
                </a:moveTo>
                <a:lnTo>
                  <a:pt x="44620" y="180567"/>
                </a:lnTo>
                <a:lnTo>
                  <a:pt x="38130" y="180997"/>
                </a:lnTo>
                <a:lnTo>
                  <a:pt x="23527" y="176267"/>
                </a:lnTo>
                <a:lnTo>
                  <a:pt x="14603" y="165089"/>
                </a:lnTo>
                <a:lnTo>
                  <a:pt x="16226" y="151332"/>
                </a:lnTo>
                <a:lnTo>
                  <a:pt x="17037" y="125967"/>
                </a:lnTo>
                <a:lnTo>
                  <a:pt x="21093" y="101891"/>
                </a:lnTo>
                <a:lnTo>
                  <a:pt x="19471" y="76526"/>
                </a:lnTo>
                <a:lnTo>
                  <a:pt x="8113" y="71367"/>
                </a:lnTo>
                <a:lnTo>
                  <a:pt x="0" y="72656"/>
                </a:lnTo>
                <a:lnTo>
                  <a:pt x="19471" y="36973"/>
                </a:lnTo>
                <a:lnTo>
                  <a:pt x="26772" y="31384"/>
                </a:lnTo>
                <a:lnTo>
                  <a:pt x="33262" y="33963"/>
                </a:lnTo>
                <a:lnTo>
                  <a:pt x="51110" y="30094"/>
                </a:lnTo>
                <a:lnTo>
                  <a:pt x="60034" y="10748"/>
                </a:lnTo>
                <a:lnTo>
                  <a:pt x="67336" y="0"/>
                </a:lnTo>
                <a:lnTo>
                  <a:pt x="75449" y="1289"/>
                </a:lnTo>
                <a:lnTo>
                  <a:pt x="78694" y="7308"/>
                </a:lnTo>
                <a:lnTo>
                  <a:pt x="76260" y="36973"/>
                </a:lnTo>
                <a:lnTo>
                  <a:pt x="76260" y="61478"/>
                </a:lnTo>
                <a:lnTo>
                  <a:pt x="66525" y="136715"/>
                </a:lnTo>
                <a:lnTo>
                  <a:pt x="55978" y="149612"/>
                </a:lnTo>
                <a:lnTo>
                  <a:pt x="51110" y="160360"/>
                </a:lnTo>
                <a:lnTo>
                  <a:pt x="49488" y="174978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373800" y="3452622"/>
            <a:ext cx="17848" cy="23646"/>
          </a:xfrm>
          <a:custGeom>
            <a:avLst/>
            <a:gdLst/>
            <a:ahLst/>
            <a:cxnLst/>
            <a:rect l="l" t="t" r="r" b="b"/>
            <a:pathLst>
              <a:path w="17848" h="23646">
                <a:moveTo>
                  <a:pt x="16225" y="17197"/>
                </a:moveTo>
                <a:lnTo>
                  <a:pt x="7301" y="23646"/>
                </a:lnTo>
                <a:lnTo>
                  <a:pt x="0" y="22786"/>
                </a:lnTo>
                <a:lnTo>
                  <a:pt x="1623" y="9458"/>
                </a:lnTo>
                <a:lnTo>
                  <a:pt x="5679" y="0"/>
                </a:lnTo>
                <a:lnTo>
                  <a:pt x="15414" y="860"/>
                </a:lnTo>
                <a:lnTo>
                  <a:pt x="17848" y="6449"/>
                </a:lnTo>
                <a:lnTo>
                  <a:pt x="16225" y="17197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320161" y="5014956"/>
            <a:ext cx="2349452" cy="791484"/>
          </a:xfrm>
          <a:custGeom>
            <a:avLst/>
            <a:gdLst/>
            <a:ahLst/>
            <a:cxnLst/>
            <a:rect l="l" t="t" r="r" b="b"/>
            <a:pathLst>
              <a:path w="2349452" h="791484">
                <a:moveTo>
                  <a:pt x="2349452" y="581253"/>
                </a:moveTo>
                <a:lnTo>
                  <a:pt x="2235874" y="625535"/>
                </a:lnTo>
                <a:lnTo>
                  <a:pt x="2205857" y="644882"/>
                </a:lnTo>
                <a:lnTo>
                  <a:pt x="2179085" y="669387"/>
                </a:lnTo>
                <a:lnTo>
                  <a:pt x="2158803" y="699482"/>
                </a:lnTo>
                <a:lnTo>
                  <a:pt x="2144200" y="752792"/>
                </a:lnTo>
                <a:lnTo>
                  <a:pt x="2154746" y="791484"/>
                </a:lnTo>
                <a:lnTo>
                  <a:pt x="2153935" y="791484"/>
                </a:lnTo>
                <a:lnTo>
                  <a:pt x="2124729" y="791484"/>
                </a:lnTo>
                <a:lnTo>
                  <a:pt x="2097146" y="791484"/>
                </a:lnTo>
                <a:lnTo>
                  <a:pt x="2067129" y="791484"/>
                </a:lnTo>
                <a:lnTo>
                  <a:pt x="2048469" y="791484"/>
                </a:lnTo>
                <a:lnTo>
                  <a:pt x="2033055" y="791484"/>
                </a:lnTo>
                <a:lnTo>
                  <a:pt x="2016018" y="791484"/>
                </a:lnTo>
                <a:lnTo>
                  <a:pt x="1952739" y="791484"/>
                </a:lnTo>
                <a:lnTo>
                  <a:pt x="1882969" y="791484"/>
                </a:lnTo>
                <a:lnTo>
                  <a:pt x="1773447" y="791484"/>
                </a:lnTo>
                <a:lnTo>
                  <a:pt x="1730450" y="791484"/>
                </a:lnTo>
                <a:lnTo>
                  <a:pt x="1692320" y="791484"/>
                </a:lnTo>
                <a:lnTo>
                  <a:pt x="1633097" y="791484"/>
                </a:lnTo>
                <a:lnTo>
                  <a:pt x="1552780" y="791484"/>
                </a:lnTo>
                <a:lnTo>
                  <a:pt x="1508160" y="791484"/>
                </a:lnTo>
                <a:lnTo>
                  <a:pt x="1452182" y="791484"/>
                </a:lnTo>
                <a:lnTo>
                  <a:pt x="1440013" y="791484"/>
                </a:lnTo>
                <a:lnTo>
                  <a:pt x="1430278" y="791484"/>
                </a:lnTo>
                <a:lnTo>
                  <a:pt x="1413241" y="791484"/>
                </a:lnTo>
                <a:lnTo>
                  <a:pt x="1379167" y="791484"/>
                </a:lnTo>
                <a:lnTo>
                  <a:pt x="1354018" y="791484"/>
                </a:lnTo>
                <a:lnTo>
                  <a:pt x="1337792" y="791484"/>
                </a:lnTo>
                <a:lnTo>
                  <a:pt x="1304530" y="791484"/>
                </a:lnTo>
                <a:lnTo>
                  <a:pt x="1266400" y="791484"/>
                </a:lnTo>
                <a:lnTo>
                  <a:pt x="1201498" y="791484"/>
                </a:lnTo>
                <a:lnTo>
                  <a:pt x="1184461" y="791484"/>
                </a:lnTo>
                <a:lnTo>
                  <a:pt x="1170670" y="791484"/>
                </a:lnTo>
                <a:lnTo>
                  <a:pt x="1121182" y="791484"/>
                </a:lnTo>
                <a:lnTo>
                  <a:pt x="1070072" y="791484"/>
                </a:lnTo>
                <a:lnTo>
                  <a:pt x="1032753" y="791484"/>
                </a:lnTo>
                <a:lnTo>
                  <a:pt x="972719" y="791484"/>
                </a:lnTo>
                <a:lnTo>
                  <a:pt x="930532" y="791484"/>
                </a:lnTo>
                <a:lnTo>
                  <a:pt x="902138" y="791484"/>
                </a:lnTo>
                <a:lnTo>
                  <a:pt x="866442" y="791484"/>
                </a:lnTo>
                <a:lnTo>
                  <a:pt x="799106" y="791484"/>
                </a:lnTo>
                <a:lnTo>
                  <a:pt x="735015" y="791484"/>
                </a:lnTo>
                <a:lnTo>
                  <a:pt x="675792" y="791484"/>
                </a:lnTo>
                <a:lnTo>
                  <a:pt x="648209" y="791484"/>
                </a:lnTo>
                <a:lnTo>
                  <a:pt x="616569" y="791484"/>
                </a:lnTo>
                <a:lnTo>
                  <a:pt x="564647" y="791484"/>
                </a:lnTo>
                <a:lnTo>
                  <a:pt x="552478" y="791484"/>
                </a:lnTo>
                <a:lnTo>
                  <a:pt x="536253" y="791484"/>
                </a:lnTo>
                <a:lnTo>
                  <a:pt x="502990" y="791484"/>
                </a:lnTo>
                <a:lnTo>
                  <a:pt x="472162" y="791484"/>
                </a:lnTo>
                <a:lnTo>
                  <a:pt x="441334" y="791484"/>
                </a:lnTo>
                <a:lnTo>
                  <a:pt x="382922" y="791484"/>
                </a:lnTo>
                <a:lnTo>
                  <a:pt x="361017" y="791484"/>
                </a:lnTo>
                <a:lnTo>
                  <a:pt x="327755" y="791484"/>
                </a:lnTo>
                <a:lnTo>
                  <a:pt x="303417" y="791484"/>
                </a:lnTo>
                <a:lnTo>
                  <a:pt x="286380" y="791484"/>
                </a:lnTo>
                <a:lnTo>
                  <a:pt x="265287" y="791484"/>
                </a:lnTo>
                <a:lnTo>
                  <a:pt x="219855" y="791484"/>
                </a:lnTo>
                <a:lnTo>
                  <a:pt x="186593" y="791484"/>
                </a:lnTo>
                <a:lnTo>
                  <a:pt x="184159" y="791484"/>
                </a:lnTo>
                <a:lnTo>
                  <a:pt x="128993" y="791484"/>
                </a:lnTo>
                <a:lnTo>
                  <a:pt x="140351" y="791484"/>
                </a:lnTo>
                <a:lnTo>
                  <a:pt x="140351" y="791484"/>
                </a:lnTo>
                <a:lnTo>
                  <a:pt x="129804" y="791484"/>
                </a:lnTo>
                <a:lnTo>
                  <a:pt x="97353" y="791484"/>
                </a:lnTo>
                <a:lnTo>
                  <a:pt x="98164" y="791484"/>
                </a:lnTo>
                <a:lnTo>
                  <a:pt x="86806" y="791484"/>
                </a:lnTo>
                <a:lnTo>
                  <a:pt x="78694" y="791484"/>
                </a:lnTo>
                <a:lnTo>
                  <a:pt x="81127" y="791484"/>
                </a:lnTo>
                <a:lnTo>
                  <a:pt x="81939" y="791484"/>
                </a:lnTo>
                <a:lnTo>
                  <a:pt x="64902" y="791484"/>
                </a:lnTo>
                <a:lnTo>
                  <a:pt x="59223" y="791484"/>
                </a:lnTo>
                <a:lnTo>
                  <a:pt x="57600" y="791484"/>
                </a:lnTo>
                <a:lnTo>
                  <a:pt x="62468" y="791484"/>
                </a:lnTo>
                <a:lnTo>
                  <a:pt x="62468" y="791484"/>
                </a:lnTo>
                <a:lnTo>
                  <a:pt x="53544" y="791484"/>
                </a:lnTo>
                <a:lnTo>
                  <a:pt x="44620" y="791484"/>
                </a:lnTo>
                <a:lnTo>
                  <a:pt x="0" y="791484"/>
                </a:lnTo>
                <a:lnTo>
                  <a:pt x="8924" y="791484"/>
                </a:lnTo>
                <a:lnTo>
                  <a:pt x="17848" y="791484"/>
                </a:lnTo>
                <a:lnTo>
                  <a:pt x="29206" y="791484"/>
                </a:lnTo>
                <a:lnTo>
                  <a:pt x="31640" y="791484"/>
                </a:lnTo>
                <a:lnTo>
                  <a:pt x="31640" y="791484"/>
                </a:lnTo>
                <a:lnTo>
                  <a:pt x="12980" y="791484"/>
                </a:lnTo>
                <a:lnTo>
                  <a:pt x="40564" y="733875"/>
                </a:lnTo>
                <a:lnTo>
                  <a:pt x="31640" y="650041"/>
                </a:lnTo>
                <a:lnTo>
                  <a:pt x="73826" y="616077"/>
                </a:lnTo>
                <a:lnTo>
                  <a:pt x="84373" y="605759"/>
                </a:lnTo>
                <a:lnTo>
                  <a:pt x="90863" y="596731"/>
                </a:lnTo>
                <a:lnTo>
                  <a:pt x="100598" y="577384"/>
                </a:lnTo>
                <a:lnTo>
                  <a:pt x="114390" y="571365"/>
                </a:lnTo>
                <a:lnTo>
                  <a:pt x="119257" y="551159"/>
                </a:lnTo>
                <a:lnTo>
                  <a:pt x="118446" y="540841"/>
                </a:lnTo>
                <a:lnTo>
                  <a:pt x="109522" y="532242"/>
                </a:lnTo>
                <a:lnTo>
                  <a:pt x="103032" y="508597"/>
                </a:lnTo>
                <a:lnTo>
                  <a:pt x="105466" y="478932"/>
                </a:lnTo>
                <a:lnTo>
                  <a:pt x="107900" y="466464"/>
                </a:lnTo>
                <a:lnTo>
                  <a:pt x="111956" y="443679"/>
                </a:lnTo>
                <a:lnTo>
                  <a:pt x="126559" y="435080"/>
                </a:lnTo>
                <a:lnTo>
                  <a:pt x="130615" y="428201"/>
                </a:lnTo>
                <a:lnTo>
                  <a:pt x="119257" y="414014"/>
                </a:lnTo>
                <a:lnTo>
                  <a:pt x="120069" y="405416"/>
                </a:lnTo>
                <a:lnTo>
                  <a:pt x="145218" y="381340"/>
                </a:lnTo>
                <a:lnTo>
                  <a:pt x="154953" y="374031"/>
                </a:lnTo>
                <a:lnTo>
                  <a:pt x="171179" y="366293"/>
                </a:lnTo>
                <a:lnTo>
                  <a:pt x="184159" y="366723"/>
                </a:lnTo>
                <a:lnTo>
                  <a:pt x="198762" y="370592"/>
                </a:lnTo>
                <a:lnTo>
                  <a:pt x="211743" y="377471"/>
                </a:lnTo>
                <a:lnTo>
                  <a:pt x="223912" y="389938"/>
                </a:lnTo>
                <a:lnTo>
                  <a:pt x="237704" y="403696"/>
                </a:lnTo>
                <a:lnTo>
                  <a:pt x="257985" y="409285"/>
                </a:lnTo>
                <a:lnTo>
                  <a:pt x="271777" y="407565"/>
                </a:lnTo>
                <a:lnTo>
                  <a:pt x="283946" y="414014"/>
                </a:lnTo>
                <a:lnTo>
                  <a:pt x="292870" y="410575"/>
                </a:lnTo>
                <a:lnTo>
                  <a:pt x="304228" y="403266"/>
                </a:lnTo>
                <a:lnTo>
                  <a:pt x="321265" y="403696"/>
                </a:lnTo>
                <a:lnTo>
                  <a:pt x="337490" y="395527"/>
                </a:lnTo>
                <a:lnTo>
                  <a:pt x="382110" y="391658"/>
                </a:lnTo>
                <a:lnTo>
                  <a:pt x="425108" y="394238"/>
                </a:lnTo>
                <a:lnTo>
                  <a:pt x="470539" y="387359"/>
                </a:lnTo>
                <a:lnTo>
                  <a:pt x="515971" y="387789"/>
                </a:lnTo>
                <a:lnTo>
                  <a:pt x="560591" y="388649"/>
                </a:lnTo>
                <a:lnTo>
                  <a:pt x="571138" y="389508"/>
                </a:lnTo>
                <a:lnTo>
                  <a:pt x="580873" y="393808"/>
                </a:lnTo>
                <a:lnTo>
                  <a:pt x="619003" y="415304"/>
                </a:lnTo>
                <a:lnTo>
                  <a:pt x="648209" y="419603"/>
                </a:lnTo>
                <a:lnTo>
                  <a:pt x="706620" y="425192"/>
                </a:lnTo>
                <a:lnTo>
                  <a:pt x="769089" y="431641"/>
                </a:lnTo>
                <a:lnTo>
                  <a:pt x="822633" y="437230"/>
                </a:lnTo>
                <a:lnTo>
                  <a:pt x="868875" y="432071"/>
                </a:lnTo>
                <a:lnTo>
                  <a:pt x="907005" y="427771"/>
                </a:lnTo>
                <a:lnTo>
                  <a:pt x="916741" y="428631"/>
                </a:lnTo>
                <a:lnTo>
                  <a:pt x="928099" y="441959"/>
                </a:lnTo>
                <a:lnTo>
                  <a:pt x="951626" y="474633"/>
                </a:lnTo>
                <a:lnTo>
                  <a:pt x="972719" y="506017"/>
                </a:lnTo>
                <a:lnTo>
                  <a:pt x="1010849" y="507307"/>
                </a:lnTo>
                <a:lnTo>
                  <a:pt x="1035187" y="495699"/>
                </a:lnTo>
                <a:lnTo>
                  <a:pt x="1061959" y="479362"/>
                </a:lnTo>
                <a:lnTo>
                  <a:pt x="1078184" y="466464"/>
                </a:lnTo>
                <a:lnTo>
                  <a:pt x="1096844" y="416164"/>
                </a:lnTo>
                <a:lnTo>
                  <a:pt x="1109013" y="383060"/>
                </a:lnTo>
                <a:lnTo>
                  <a:pt x="1136596" y="346516"/>
                </a:lnTo>
                <a:lnTo>
                  <a:pt x="1160123" y="315562"/>
                </a:lnTo>
                <a:lnTo>
                  <a:pt x="1191763" y="274720"/>
                </a:lnTo>
                <a:lnTo>
                  <a:pt x="1208800" y="252364"/>
                </a:lnTo>
                <a:lnTo>
                  <a:pt x="1242873" y="207652"/>
                </a:lnTo>
                <a:lnTo>
                  <a:pt x="1274513" y="190455"/>
                </a:lnTo>
                <a:lnTo>
                  <a:pt x="1336981" y="156921"/>
                </a:lnTo>
                <a:lnTo>
                  <a:pt x="1398638" y="123817"/>
                </a:lnTo>
                <a:lnTo>
                  <a:pt x="1438391" y="102751"/>
                </a:lnTo>
                <a:lnTo>
                  <a:pt x="1472464" y="92863"/>
                </a:lnTo>
                <a:lnTo>
                  <a:pt x="1529253" y="84264"/>
                </a:lnTo>
                <a:lnTo>
                  <a:pt x="1596589" y="74376"/>
                </a:lnTo>
                <a:lnTo>
                  <a:pt x="1663114" y="64488"/>
                </a:lnTo>
                <a:lnTo>
                  <a:pt x="1734506" y="54170"/>
                </a:lnTo>
                <a:lnTo>
                  <a:pt x="1814011" y="42132"/>
                </a:lnTo>
                <a:lnTo>
                  <a:pt x="1868366" y="34394"/>
                </a:lnTo>
                <a:lnTo>
                  <a:pt x="1938136" y="24075"/>
                </a:lnTo>
                <a:lnTo>
                  <a:pt x="1995736" y="15477"/>
                </a:lnTo>
                <a:lnTo>
                  <a:pt x="2046847" y="7738"/>
                </a:lnTo>
                <a:lnTo>
                  <a:pt x="2100391" y="0"/>
                </a:lnTo>
                <a:lnTo>
                  <a:pt x="2110126" y="24505"/>
                </a:lnTo>
                <a:lnTo>
                  <a:pt x="2119861" y="49441"/>
                </a:lnTo>
                <a:lnTo>
                  <a:pt x="2129597" y="74376"/>
                </a:lnTo>
                <a:lnTo>
                  <a:pt x="2140143" y="98882"/>
                </a:lnTo>
                <a:lnTo>
                  <a:pt x="2149879" y="123817"/>
                </a:lnTo>
                <a:lnTo>
                  <a:pt x="2159614" y="148323"/>
                </a:lnTo>
                <a:lnTo>
                  <a:pt x="2170161" y="173258"/>
                </a:lnTo>
                <a:lnTo>
                  <a:pt x="2179896" y="197764"/>
                </a:lnTo>
                <a:lnTo>
                  <a:pt x="2189631" y="222699"/>
                </a:lnTo>
                <a:lnTo>
                  <a:pt x="2200178" y="247205"/>
                </a:lnTo>
                <a:lnTo>
                  <a:pt x="2209913" y="272140"/>
                </a:lnTo>
                <a:lnTo>
                  <a:pt x="2219648" y="296646"/>
                </a:lnTo>
                <a:lnTo>
                  <a:pt x="2229384" y="321581"/>
                </a:lnTo>
                <a:lnTo>
                  <a:pt x="2239930" y="346086"/>
                </a:lnTo>
                <a:lnTo>
                  <a:pt x="2249665" y="371022"/>
                </a:lnTo>
                <a:lnTo>
                  <a:pt x="2259401" y="395957"/>
                </a:lnTo>
                <a:lnTo>
                  <a:pt x="2269136" y="420033"/>
                </a:lnTo>
                <a:lnTo>
                  <a:pt x="2285362" y="427771"/>
                </a:lnTo>
                <a:lnTo>
                  <a:pt x="2295097" y="450987"/>
                </a:lnTo>
                <a:lnTo>
                  <a:pt x="2308889" y="483231"/>
                </a:lnTo>
                <a:lnTo>
                  <a:pt x="2322680" y="515905"/>
                </a:lnTo>
                <a:lnTo>
                  <a:pt x="2336472" y="548579"/>
                </a:lnTo>
                <a:lnTo>
                  <a:pt x="2349452" y="581253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295823" y="5806440"/>
            <a:ext cx="17036" cy="0"/>
          </a:xfrm>
          <a:custGeom>
            <a:avLst/>
            <a:gdLst/>
            <a:ahLst/>
            <a:cxnLst/>
            <a:rect l="l" t="t" r="r" b="b"/>
            <a:pathLst>
              <a:path w="17036" h="0">
                <a:moveTo>
                  <a:pt x="8924" y="0"/>
                </a:moveTo>
                <a:lnTo>
                  <a:pt x="1622" y="0"/>
                </a:lnTo>
                <a:lnTo>
                  <a:pt x="0" y="0"/>
                </a:lnTo>
                <a:lnTo>
                  <a:pt x="4056" y="0"/>
                </a:lnTo>
                <a:lnTo>
                  <a:pt x="11358" y="0"/>
                </a:lnTo>
                <a:lnTo>
                  <a:pt x="17036" y="0"/>
                </a:lnTo>
                <a:lnTo>
                  <a:pt x="13791" y="0"/>
                </a:lnTo>
                <a:lnTo>
                  <a:pt x="8924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327462" y="5806440"/>
            <a:ext cx="23527" cy="0"/>
          </a:xfrm>
          <a:custGeom>
            <a:avLst/>
            <a:gdLst/>
            <a:ahLst/>
            <a:cxnLst/>
            <a:rect l="l" t="t" r="r" b="b"/>
            <a:pathLst>
              <a:path w="23527" h="0">
                <a:moveTo>
                  <a:pt x="14603" y="0"/>
                </a:moveTo>
                <a:lnTo>
                  <a:pt x="0" y="0"/>
                </a:lnTo>
                <a:lnTo>
                  <a:pt x="9736" y="0"/>
                </a:lnTo>
                <a:lnTo>
                  <a:pt x="20282" y="0"/>
                </a:lnTo>
                <a:lnTo>
                  <a:pt x="23527" y="0"/>
                </a:lnTo>
                <a:lnTo>
                  <a:pt x="14603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328274" y="5806440"/>
            <a:ext cx="23527" cy="0"/>
          </a:xfrm>
          <a:custGeom>
            <a:avLst/>
            <a:gdLst/>
            <a:ahLst/>
            <a:cxnLst/>
            <a:rect l="l" t="t" r="r" b="b"/>
            <a:pathLst>
              <a:path w="23527" h="0">
                <a:moveTo>
                  <a:pt x="21093" y="0"/>
                </a:moveTo>
                <a:lnTo>
                  <a:pt x="17848" y="0"/>
                </a:lnTo>
                <a:lnTo>
                  <a:pt x="13791" y="0"/>
                </a:lnTo>
                <a:lnTo>
                  <a:pt x="0" y="0"/>
                </a:lnTo>
                <a:lnTo>
                  <a:pt x="15414" y="0"/>
                </a:lnTo>
                <a:lnTo>
                  <a:pt x="23527" y="0"/>
                </a:lnTo>
                <a:lnTo>
                  <a:pt x="21093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0721535" y="5806440"/>
            <a:ext cx="269343" cy="0"/>
          </a:xfrm>
          <a:custGeom>
            <a:avLst/>
            <a:gdLst/>
            <a:ahLst/>
            <a:cxnLst/>
            <a:rect l="l" t="t" r="r" b="b"/>
            <a:pathLst>
              <a:path w="269343" h="0">
                <a:moveTo>
                  <a:pt x="101409" y="0"/>
                </a:moveTo>
                <a:lnTo>
                  <a:pt x="115201" y="0"/>
                </a:lnTo>
                <a:lnTo>
                  <a:pt x="136294" y="0"/>
                </a:lnTo>
                <a:lnTo>
                  <a:pt x="196328" y="0"/>
                </a:lnTo>
                <a:lnTo>
                  <a:pt x="269343" y="0"/>
                </a:lnTo>
                <a:lnTo>
                  <a:pt x="255552" y="0"/>
                </a:lnTo>
                <a:lnTo>
                  <a:pt x="247439" y="0"/>
                </a:lnTo>
                <a:lnTo>
                  <a:pt x="215799" y="0"/>
                </a:lnTo>
                <a:lnTo>
                  <a:pt x="183348" y="0"/>
                </a:lnTo>
                <a:lnTo>
                  <a:pt x="90863" y="0"/>
                </a:lnTo>
                <a:lnTo>
                  <a:pt x="64091" y="0"/>
                </a:lnTo>
                <a:lnTo>
                  <a:pt x="41375" y="0"/>
                </a:lnTo>
                <a:lnTo>
                  <a:pt x="0" y="0"/>
                </a:lnTo>
                <a:lnTo>
                  <a:pt x="16225" y="0"/>
                </a:lnTo>
                <a:lnTo>
                  <a:pt x="20282" y="0"/>
                </a:lnTo>
                <a:lnTo>
                  <a:pt x="25961" y="0"/>
                </a:lnTo>
                <a:lnTo>
                  <a:pt x="49488" y="0"/>
                </a:lnTo>
                <a:lnTo>
                  <a:pt x="73015" y="0"/>
                </a:lnTo>
                <a:lnTo>
                  <a:pt x="101409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6355080" y="1879970"/>
            <a:ext cx="660551" cy="2392512"/>
          </a:xfrm>
          <a:custGeom>
            <a:avLst/>
            <a:gdLst/>
            <a:ahLst/>
            <a:cxnLst/>
            <a:rect l="l" t="t" r="r" b="b"/>
            <a:pathLst>
              <a:path w="660551" h="2392512">
                <a:moveTo>
                  <a:pt x="660551" y="2391652"/>
                </a:moveTo>
                <a:lnTo>
                  <a:pt x="586725" y="2392082"/>
                </a:lnTo>
                <a:lnTo>
                  <a:pt x="512899" y="2392082"/>
                </a:lnTo>
                <a:lnTo>
                  <a:pt x="439073" y="2392082"/>
                </a:lnTo>
                <a:lnTo>
                  <a:pt x="365247" y="2392082"/>
                </a:lnTo>
                <a:lnTo>
                  <a:pt x="291421" y="2392082"/>
                </a:lnTo>
                <a:lnTo>
                  <a:pt x="217595" y="2392082"/>
                </a:lnTo>
                <a:lnTo>
                  <a:pt x="142957" y="2392082"/>
                </a:lnTo>
                <a:lnTo>
                  <a:pt x="69131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70156"/>
                </a:lnTo>
                <a:lnTo>
                  <a:pt x="0" y="2354249"/>
                </a:lnTo>
                <a:lnTo>
                  <a:pt x="0" y="2343501"/>
                </a:lnTo>
                <a:lnTo>
                  <a:pt x="0" y="2340921"/>
                </a:lnTo>
                <a:lnTo>
                  <a:pt x="0" y="2344361"/>
                </a:lnTo>
                <a:lnTo>
                  <a:pt x="0" y="2390362"/>
                </a:lnTo>
                <a:lnTo>
                  <a:pt x="0" y="2392512"/>
                </a:lnTo>
                <a:lnTo>
                  <a:pt x="0" y="2392512"/>
                </a:lnTo>
                <a:lnTo>
                  <a:pt x="0" y="239251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92082"/>
                </a:lnTo>
                <a:lnTo>
                  <a:pt x="0" y="2336622"/>
                </a:lnTo>
                <a:lnTo>
                  <a:pt x="0" y="2280732"/>
                </a:lnTo>
                <a:lnTo>
                  <a:pt x="0" y="2225272"/>
                </a:lnTo>
                <a:lnTo>
                  <a:pt x="0" y="2169813"/>
                </a:lnTo>
                <a:lnTo>
                  <a:pt x="0" y="2113923"/>
                </a:lnTo>
                <a:lnTo>
                  <a:pt x="0" y="2058463"/>
                </a:lnTo>
                <a:lnTo>
                  <a:pt x="0" y="2002573"/>
                </a:lnTo>
                <a:lnTo>
                  <a:pt x="0" y="1947113"/>
                </a:lnTo>
                <a:lnTo>
                  <a:pt x="0" y="1891654"/>
                </a:lnTo>
                <a:lnTo>
                  <a:pt x="0" y="1835764"/>
                </a:lnTo>
                <a:lnTo>
                  <a:pt x="0" y="1780304"/>
                </a:lnTo>
                <a:lnTo>
                  <a:pt x="0" y="1724844"/>
                </a:lnTo>
                <a:lnTo>
                  <a:pt x="0" y="1668954"/>
                </a:lnTo>
                <a:lnTo>
                  <a:pt x="0" y="1613495"/>
                </a:lnTo>
                <a:lnTo>
                  <a:pt x="0" y="1558035"/>
                </a:lnTo>
                <a:lnTo>
                  <a:pt x="0" y="1502145"/>
                </a:lnTo>
                <a:lnTo>
                  <a:pt x="0" y="1446685"/>
                </a:lnTo>
                <a:lnTo>
                  <a:pt x="0" y="1391225"/>
                </a:lnTo>
                <a:lnTo>
                  <a:pt x="0" y="1335335"/>
                </a:lnTo>
                <a:lnTo>
                  <a:pt x="0" y="1279876"/>
                </a:lnTo>
                <a:lnTo>
                  <a:pt x="0" y="1223986"/>
                </a:lnTo>
                <a:lnTo>
                  <a:pt x="0" y="1168526"/>
                </a:lnTo>
                <a:lnTo>
                  <a:pt x="0" y="1113066"/>
                </a:lnTo>
                <a:lnTo>
                  <a:pt x="0" y="1057176"/>
                </a:lnTo>
                <a:lnTo>
                  <a:pt x="0" y="1001717"/>
                </a:lnTo>
                <a:lnTo>
                  <a:pt x="0" y="946257"/>
                </a:lnTo>
                <a:lnTo>
                  <a:pt x="0" y="890367"/>
                </a:lnTo>
                <a:lnTo>
                  <a:pt x="0" y="834907"/>
                </a:lnTo>
                <a:lnTo>
                  <a:pt x="0" y="779447"/>
                </a:lnTo>
                <a:lnTo>
                  <a:pt x="0" y="723558"/>
                </a:lnTo>
                <a:lnTo>
                  <a:pt x="0" y="668098"/>
                </a:lnTo>
                <a:lnTo>
                  <a:pt x="0" y="612638"/>
                </a:lnTo>
                <a:lnTo>
                  <a:pt x="0" y="601890"/>
                </a:lnTo>
                <a:lnTo>
                  <a:pt x="0" y="564487"/>
                </a:lnTo>
                <a:lnTo>
                  <a:pt x="0" y="516335"/>
                </a:lnTo>
                <a:lnTo>
                  <a:pt x="0" y="457006"/>
                </a:lnTo>
                <a:lnTo>
                  <a:pt x="0" y="438090"/>
                </a:lnTo>
                <a:lnTo>
                  <a:pt x="0" y="377471"/>
                </a:lnTo>
                <a:lnTo>
                  <a:pt x="0" y="359844"/>
                </a:lnTo>
                <a:lnTo>
                  <a:pt x="0" y="347806"/>
                </a:lnTo>
                <a:lnTo>
                  <a:pt x="0" y="296646"/>
                </a:lnTo>
                <a:lnTo>
                  <a:pt x="0" y="271710"/>
                </a:lnTo>
                <a:lnTo>
                  <a:pt x="0" y="241616"/>
                </a:lnTo>
                <a:lnTo>
                  <a:pt x="0" y="217540"/>
                </a:lnTo>
                <a:lnTo>
                  <a:pt x="0" y="180567"/>
                </a:lnTo>
                <a:lnTo>
                  <a:pt x="0" y="147033"/>
                </a:lnTo>
                <a:lnTo>
                  <a:pt x="0" y="113069"/>
                </a:lnTo>
                <a:lnTo>
                  <a:pt x="0" y="79106"/>
                </a:lnTo>
                <a:lnTo>
                  <a:pt x="0" y="56320"/>
                </a:lnTo>
                <a:lnTo>
                  <a:pt x="0" y="34824"/>
                </a:lnTo>
                <a:lnTo>
                  <a:pt x="0" y="21926"/>
                </a:lnTo>
                <a:lnTo>
                  <a:pt x="0" y="6879"/>
                </a:lnTo>
                <a:lnTo>
                  <a:pt x="0" y="0"/>
                </a:lnTo>
                <a:lnTo>
                  <a:pt x="0" y="30095"/>
                </a:lnTo>
                <a:lnTo>
                  <a:pt x="0" y="35254"/>
                </a:lnTo>
                <a:lnTo>
                  <a:pt x="0" y="8598"/>
                </a:lnTo>
                <a:lnTo>
                  <a:pt x="0" y="35254"/>
                </a:lnTo>
                <a:lnTo>
                  <a:pt x="0" y="45572"/>
                </a:lnTo>
                <a:lnTo>
                  <a:pt x="0" y="68787"/>
                </a:lnTo>
                <a:lnTo>
                  <a:pt x="0" y="109630"/>
                </a:lnTo>
                <a:lnTo>
                  <a:pt x="0" y="114789"/>
                </a:lnTo>
                <a:lnTo>
                  <a:pt x="0" y="113929"/>
                </a:lnTo>
                <a:lnTo>
                  <a:pt x="0" y="138005"/>
                </a:lnTo>
                <a:lnTo>
                  <a:pt x="0" y="149613"/>
                </a:lnTo>
                <a:lnTo>
                  <a:pt x="0" y="176268"/>
                </a:lnTo>
                <a:lnTo>
                  <a:pt x="0" y="197764"/>
                </a:lnTo>
                <a:lnTo>
                  <a:pt x="0" y="204213"/>
                </a:lnTo>
                <a:lnTo>
                  <a:pt x="0" y="203353"/>
                </a:lnTo>
                <a:lnTo>
                  <a:pt x="0" y="195184"/>
                </a:lnTo>
                <a:lnTo>
                  <a:pt x="0" y="180137"/>
                </a:lnTo>
                <a:lnTo>
                  <a:pt x="0" y="159501"/>
                </a:lnTo>
                <a:lnTo>
                  <a:pt x="0" y="105761"/>
                </a:lnTo>
                <a:lnTo>
                  <a:pt x="0" y="96302"/>
                </a:lnTo>
                <a:lnTo>
                  <a:pt x="0" y="98882"/>
                </a:lnTo>
                <a:lnTo>
                  <a:pt x="0" y="98022"/>
                </a:lnTo>
                <a:lnTo>
                  <a:pt x="0" y="83835"/>
                </a:lnTo>
                <a:lnTo>
                  <a:pt x="0" y="73946"/>
                </a:lnTo>
                <a:lnTo>
                  <a:pt x="0" y="62339"/>
                </a:lnTo>
                <a:lnTo>
                  <a:pt x="0" y="49011"/>
                </a:lnTo>
                <a:lnTo>
                  <a:pt x="0" y="45142"/>
                </a:lnTo>
                <a:lnTo>
                  <a:pt x="0" y="21926"/>
                </a:lnTo>
                <a:lnTo>
                  <a:pt x="0" y="32674"/>
                </a:lnTo>
                <a:lnTo>
                  <a:pt x="0" y="58899"/>
                </a:lnTo>
                <a:lnTo>
                  <a:pt x="0" y="62339"/>
                </a:lnTo>
                <a:lnTo>
                  <a:pt x="0" y="53310"/>
                </a:lnTo>
                <a:lnTo>
                  <a:pt x="0" y="47721"/>
                </a:lnTo>
                <a:lnTo>
                  <a:pt x="0" y="36543"/>
                </a:lnTo>
                <a:lnTo>
                  <a:pt x="0" y="15477"/>
                </a:lnTo>
                <a:lnTo>
                  <a:pt x="0" y="12898"/>
                </a:lnTo>
                <a:lnTo>
                  <a:pt x="0" y="16767"/>
                </a:lnTo>
                <a:lnTo>
                  <a:pt x="0" y="48581"/>
                </a:lnTo>
                <a:lnTo>
                  <a:pt x="0" y="49441"/>
                </a:lnTo>
                <a:lnTo>
                  <a:pt x="0" y="31814"/>
                </a:lnTo>
                <a:lnTo>
                  <a:pt x="0" y="27945"/>
                </a:lnTo>
                <a:lnTo>
                  <a:pt x="0" y="37833"/>
                </a:lnTo>
                <a:lnTo>
                  <a:pt x="0" y="77816"/>
                </a:lnTo>
                <a:lnTo>
                  <a:pt x="0" y="76956"/>
                </a:lnTo>
                <a:lnTo>
                  <a:pt x="0" y="42562"/>
                </a:lnTo>
                <a:lnTo>
                  <a:pt x="0" y="59759"/>
                </a:lnTo>
                <a:lnTo>
                  <a:pt x="0" y="89854"/>
                </a:lnTo>
                <a:lnTo>
                  <a:pt x="0" y="102751"/>
                </a:lnTo>
                <a:lnTo>
                  <a:pt x="0" y="107480"/>
                </a:lnTo>
                <a:lnTo>
                  <a:pt x="0" y="124247"/>
                </a:lnTo>
                <a:lnTo>
                  <a:pt x="0" y="139295"/>
                </a:lnTo>
                <a:lnTo>
                  <a:pt x="0" y="132846"/>
                </a:lnTo>
                <a:lnTo>
                  <a:pt x="0" y="112639"/>
                </a:lnTo>
                <a:lnTo>
                  <a:pt x="0" y="101032"/>
                </a:lnTo>
                <a:lnTo>
                  <a:pt x="0" y="89424"/>
                </a:lnTo>
                <a:lnTo>
                  <a:pt x="0" y="88994"/>
                </a:lnTo>
                <a:lnTo>
                  <a:pt x="0" y="98882"/>
                </a:lnTo>
                <a:lnTo>
                  <a:pt x="0" y="137145"/>
                </a:lnTo>
                <a:lnTo>
                  <a:pt x="0" y="145313"/>
                </a:lnTo>
                <a:lnTo>
                  <a:pt x="0" y="144024"/>
                </a:lnTo>
                <a:lnTo>
                  <a:pt x="0" y="132846"/>
                </a:lnTo>
                <a:lnTo>
                  <a:pt x="0" y="134565"/>
                </a:lnTo>
                <a:lnTo>
                  <a:pt x="0" y="120378"/>
                </a:lnTo>
                <a:lnTo>
                  <a:pt x="0" y="131126"/>
                </a:lnTo>
                <a:lnTo>
                  <a:pt x="0" y="141444"/>
                </a:lnTo>
                <a:lnTo>
                  <a:pt x="0" y="129836"/>
                </a:lnTo>
                <a:lnTo>
                  <a:pt x="0" y="129836"/>
                </a:lnTo>
                <a:lnTo>
                  <a:pt x="0" y="117369"/>
                </a:lnTo>
                <a:lnTo>
                  <a:pt x="53717" y="86844"/>
                </a:lnTo>
                <a:lnTo>
                  <a:pt x="58585" y="82115"/>
                </a:lnTo>
                <a:lnTo>
                  <a:pt x="61830" y="89854"/>
                </a:lnTo>
                <a:lnTo>
                  <a:pt x="69131" y="110490"/>
                </a:lnTo>
                <a:lnTo>
                  <a:pt x="87791" y="163370"/>
                </a:lnTo>
                <a:lnTo>
                  <a:pt x="104016" y="204643"/>
                </a:lnTo>
                <a:lnTo>
                  <a:pt x="124298" y="262252"/>
                </a:lnTo>
                <a:lnTo>
                  <a:pt x="130788" y="284178"/>
                </a:lnTo>
                <a:lnTo>
                  <a:pt x="133222" y="299225"/>
                </a:lnTo>
                <a:lnTo>
                  <a:pt x="162428" y="362424"/>
                </a:lnTo>
                <a:lnTo>
                  <a:pt x="179465" y="414444"/>
                </a:lnTo>
                <a:lnTo>
                  <a:pt x="192445" y="456576"/>
                </a:lnTo>
                <a:lnTo>
                  <a:pt x="209482" y="517625"/>
                </a:lnTo>
                <a:lnTo>
                  <a:pt x="217595" y="539121"/>
                </a:lnTo>
                <a:lnTo>
                  <a:pt x="205426" y="550299"/>
                </a:lnTo>
                <a:lnTo>
                  <a:pt x="179465" y="590282"/>
                </a:lnTo>
                <a:lnTo>
                  <a:pt x="152693" y="717539"/>
                </a:lnTo>
                <a:lnTo>
                  <a:pt x="114563" y="816850"/>
                </a:lnTo>
                <a:lnTo>
                  <a:pt x="110506" y="878759"/>
                </a:lnTo>
                <a:lnTo>
                  <a:pt x="104016" y="901115"/>
                </a:lnTo>
                <a:lnTo>
                  <a:pt x="85357" y="932499"/>
                </a:lnTo>
                <a:lnTo>
                  <a:pt x="63452" y="963454"/>
                </a:lnTo>
                <a:lnTo>
                  <a:pt x="23700" y="947546"/>
                </a:lnTo>
                <a:lnTo>
                  <a:pt x="0" y="893376"/>
                </a:lnTo>
                <a:lnTo>
                  <a:pt x="0" y="841786"/>
                </a:lnTo>
                <a:lnTo>
                  <a:pt x="0" y="808682"/>
                </a:lnTo>
                <a:lnTo>
                  <a:pt x="0" y="764400"/>
                </a:lnTo>
                <a:lnTo>
                  <a:pt x="0" y="733016"/>
                </a:lnTo>
                <a:lnTo>
                  <a:pt x="0" y="712380"/>
                </a:lnTo>
                <a:lnTo>
                  <a:pt x="0" y="662939"/>
                </a:lnTo>
                <a:lnTo>
                  <a:pt x="0" y="639293"/>
                </a:lnTo>
                <a:lnTo>
                  <a:pt x="0" y="586413"/>
                </a:lnTo>
                <a:lnTo>
                  <a:pt x="0" y="558468"/>
                </a:lnTo>
                <a:lnTo>
                  <a:pt x="0" y="546000"/>
                </a:lnTo>
                <a:lnTo>
                  <a:pt x="0" y="528373"/>
                </a:lnTo>
                <a:lnTo>
                  <a:pt x="0" y="459586"/>
                </a:lnTo>
                <a:lnTo>
                  <a:pt x="0" y="416164"/>
                </a:lnTo>
                <a:lnTo>
                  <a:pt x="0" y="428202"/>
                </a:lnTo>
                <a:lnTo>
                  <a:pt x="0" y="446688"/>
                </a:lnTo>
                <a:lnTo>
                  <a:pt x="0" y="472054"/>
                </a:lnTo>
                <a:lnTo>
                  <a:pt x="0" y="501288"/>
                </a:lnTo>
                <a:lnTo>
                  <a:pt x="0" y="525364"/>
                </a:lnTo>
                <a:lnTo>
                  <a:pt x="0" y="561907"/>
                </a:lnTo>
                <a:lnTo>
                  <a:pt x="0" y="577814"/>
                </a:lnTo>
                <a:lnTo>
                  <a:pt x="0" y="612208"/>
                </a:lnTo>
                <a:lnTo>
                  <a:pt x="0" y="659499"/>
                </a:lnTo>
                <a:lnTo>
                  <a:pt x="0" y="675406"/>
                </a:lnTo>
                <a:lnTo>
                  <a:pt x="0" y="710230"/>
                </a:lnTo>
                <a:lnTo>
                  <a:pt x="0" y="730866"/>
                </a:lnTo>
                <a:lnTo>
                  <a:pt x="0" y="748923"/>
                </a:lnTo>
                <a:lnTo>
                  <a:pt x="0" y="765260"/>
                </a:lnTo>
                <a:lnTo>
                  <a:pt x="0" y="795784"/>
                </a:lnTo>
                <a:lnTo>
                  <a:pt x="0" y="853394"/>
                </a:lnTo>
                <a:lnTo>
                  <a:pt x="0" y="892517"/>
                </a:lnTo>
                <a:lnTo>
                  <a:pt x="0" y="911433"/>
                </a:lnTo>
                <a:lnTo>
                  <a:pt x="0" y="930350"/>
                </a:lnTo>
                <a:lnTo>
                  <a:pt x="0" y="978931"/>
                </a:lnTo>
                <a:lnTo>
                  <a:pt x="0" y="1002576"/>
                </a:lnTo>
                <a:lnTo>
                  <a:pt x="0" y="1045998"/>
                </a:lnTo>
                <a:lnTo>
                  <a:pt x="0" y="1068354"/>
                </a:lnTo>
                <a:lnTo>
                  <a:pt x="0" y="1086411"/>
                </a:lnTo>
                <a:lnTo>
                  <a:pt x="0" y="1107047"/>
                </a:lnTo>
                <a:lnTo>
                  <a:pt x="0" y="1140581"/>
                </a:lnTo>
                <a:lnTo>
                  <a:pt x="4229" y="1239893"/>
                </a:lnTo>
                <a:lnTo>
                  <a:pt x="25322" y="1263969"/>
                </a:lnTo>
                <a:lnTo>
                  <a:pt x="87791" y="1394235"/>
                </a:lnTo>
                <a:lnTo>
                  <a:pt x="141335" y="1476780"/>
                </a:lnTo>
                <a:lnTo>
                  <a:pt x="167296" y="1538688"/>
                </a:lnTo>
                <a:lnTo>
                  <a:pt x="206237" y="1613495"/>
                </a:lnTo>
                <a:lnTo>
                  <a:pt x="283308" y="1778154"/>
                </a:lnTo>
                <a:lnTo>
                  <a:pt x="328739" y="1828885"/>
                </a:lnTo>
                <a:lnTo>
                  <a:pt x="346587" y="1857260"/>
                </a:lnTo>
                <a:lnTo>
                  <a:pt x="379850" y="1879186"/>
                </a:lnTo>
                <a:lnTo>
                  <a:pt x="415546" y="1911000"/>
                </a:lnTo>
                <a:lnTo>
                  <a:pt x="381472" y="1907991"/>
                </a:lnTo>
                <a:lnTo>
                  <a:pt x="373359" y="1910140"/>
                </a:lnTo>
                <a:lnTo>
                  <a:pt x="361190" y="1915299"/>
                </a:lnTo>
                <a:lnTo>
                  <a:pt x="355511" y="1934646"/>
                </a:lnTo>
                <a:lnTo>
                  <a:pt x="353078" y="1950553"/>
                </a:lnTo>
                <a:lnTo>
                  <a:pt x="357134" y="2033957"/>
                </a:lnTo>
                <a:lnTo>
                  <a:pt x="366058" y="2076090"/>
                </a:lnTo>
                <a:lnTo>
                  <a:pt x="396075" y="2156915"/>
                </a:lnTo>
                <a:lnTo>
                  <a:pt x="418791" y="2180991"/>
                </a:lnTo>
                <a:lnTo>
                  <a:pt x="430149" y="2196468"/>
                </a:lnTo>
                <a:lnTo>
                  <a:pt x="444752" y="2208076"/>
                </a:lnTo>
                <a:lnTo>
                  <a:pt x="516144" y="2235161"/>
                </a:lnTo>
                <a:lnTo>
                  <a:pt x="558330" y="2293630"/>
                </a:lnTo>
                <a:lnTo>
                  <a:pt x="651627" y="2366717"/>
                </a:lnTo>
                <a:lnTo>
                  <a:pt x="660551" y="2386923"/>
                </a:lnTo>
                <a:lnTo>
                  <a:pt x="660551" y="2391652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6424211" y="1645920"/>
            <a:ext cx="375621" cy="773171"/>
          </a:xfrm>
          <a:custGeom>
            <a:avLst/>
            <a:gdLst/>
            <a:ahLst/>
            <a:cxnLst/>
            <a:rect l="l" t="t" r="r" b="b"/>
            <a:pathLst>
              <a:path w="375621" h="773171">
                <a:moveTo>
                  <a:pt x="365885" y="0"/>
                </a:moveTo>
                <a:lnTo>
                  <a:pt x="361829" y="0"/>
                </a:lnTo>
                <a:lnTo>
                  <a:pt x="358584" y="0"/>
                </a:lnTo>
                <a:lnTo>
                  <a:pt x="358584" y="0"/>
                </a:lnTo>
                <a:lnTo>
                  <a:pt x="363452" y="0"/>
                </a:lnTo>
                <a:lnTo>
                  <a:pt x="369942" y="0"/>
                </a:lnTo>
                <a:lnTo>
                  <a:pt x="373998" y="0"/>
                </a:lnTo>
                <a:lnTo>
                  <a:pt x="365885" y="0"/>
                </a:lnTo>
                <a:lnTo>
                  <a:pt x="366697" y="0"/>
                </a:lnTo>
                <a:lnTo>
                  <a:pt x="369130" y="0"/>
                </a:lnTo>
                <a:lnTo>
                  <a:pt x="375621" y="0"/>
                </a:lnTo>
                <a:lnTo>
                  <a:pt x="363452" y="0"/>
                </a:lnTo>
                <a:lnTo>
                  <a:pt x="350471" y="0"/>
                </a:lnTo>
                <a:lnTo>
                  <a:pt x="347226" y="0"/>
                </a:lnTo>
                <a:lnTo>
                  <a:pt x="335868" y="0"/>
                </a:lnTo>
                <a:lnTo>
                  <a:pt x="307474" y="0"/>
                </a:lnTo>
                <a:lnTo>
                  <a:pt x="304228" y="0"/>
                </a:lnTo>
                <a:lnTo>
                  <a:pt x="299361" y="0"/>
                </a:lnTo>
                <a:lnTo>
                  <a:pt x="298550" y="0"/>
                </a:lnTo>
                <a:lnTo>
                  <a:pt x="294493" y="50474"/>
                </a:lnTo>
                <a:lnTo>
                  <a:pt x="279079" y="49184"/>
                </a:lnTo>
                <a:lnTo>
                  <a:pt x="260420" y="37146"/>
                </a:lnTo>
                <a:lnTo>
                  <a:pt x="257174" y="26398"/>
                </a:lnTo>
                <a:lnTo>
                  <a:pt x="251496" y="22959"/>
                </a:lnTo>
                <a:lnTo>
                  <a:pt x="238515" y="21669"/>
                </a:lnTo>
                <a:lnTo>
                  <a:pt x="213366" y="16080"/>
                </a:lnTo>
                <a:lnTo>
                  <a:pt x="184971" y="34567"/>
                </a:lnTo>
                <a:lnTo>
                  <a:pt x="172802" y="64661"/>
                </a:lnTo>
                <a:lnTo>
                  <a:pt x="169557" y="78848"/>
                </a:lnTo>
                <a:lnTo>
                  <a:pt x="159821" y="108943"/>
                </a:lnTo>
                <a:lnTo>
                  <a:pt x="163878" y="127000"/>
                </a:lnTo>
                <a:lnTo>
                  <a:pt x="165500" y="150645"/>
                </a:lnTo>
                <a:lnTo>
                  <a:pt x="167934" y="169992"/>
                </a:lnTo>
                <a:lnTo>
                  <a:pt x="165500" y="181600"/>
                </a:lnTo>
                <a:lnTo>
                  <a:pt x="159821" y="188048"/>
                </a:lnTo>
                <a:lnTo>
                  <a:pt x="161444" y="192348"/>
                </a:lnTo>
                <a:lnTo>
                  <a:pt x="166312" y="194067"/>
                </a:lnTo>
                <a:lnTo>
                  <a:pt x="181726" y="188908"/>
                </a:lnTo>
                <a:lnTo>
                  <a:pt x="198763" y="194067"/>
                </a:lnTo>
                <a:lnTo>
                  <a:pt x="214988" y="203956"/>
                </a:lnTo>
                <a:lnTo>
                  <a:pt x="215799" y="210404"/>
                </a:lnTo>
                <a:lnTo>
                  <a:pt x="204442" y="214274"/>
                </a:lnTo>
                <a:lnTo>
                  <a:pt x="177670" y="229321"/>
                </a:lnTo>
                <a:lnTo>
                  <a:pt x="159010" y="246948"/>
                </a:lnTo>
                <a:lnTo>
                  <a:pt x="154143" y="263285"/>
                </a:lnTo>
                <a:lnTo>
                  <a:pt x="141162" y="298108"/>
                </a:lnTo>
                <a:lnTo>
                  <a:pt x="142785" y="304987"/>
                </a:lnTo>
                <a:lnTo>
                  <a:pt x="149275" y="309286"/>
                </a:lnTo>
                <a:lnTo>
                  <a:pt x="193084" y="305417"/>
                </a:lnTo>
                <a:lnTo>
                  <a:pt x="232025" y="291659"/>
                </a:lnTo>
                <a:lnTo>
                  <a:pt x="262042" y="276612"/>
                </a:lnTo>
                <a:lnTo>
                  <a:pt x="271777" y="277472"/>
                </a:lnTo>
                <a:lnTo>
                  <a:pt x="265287" y="315735"/>
                </a:lnTo>
                <a:lnTo>
                  <a:pt x="260420" y="338951"/>
                </a:lnTo>
                <a:lnTo>
                  <a:pt x="262042" y="343250"/>
                </a:lnTo>
                <a:lnTo>
                  <a:pt x="269344" y="363456"/>
                </a:lnTo>
                <a:lnTo>
                  <a:pt x="256363" y="400430"/>
                </a:lnTo>
                <a:lnTo>
                  <a:pt x="242572" y="430954"/>
                </a:lnTo>
                <a:lnTo>
                  <a:pt x="236893" y="445141"/>
                </a:lnTo>
                <a:lnTo>
                  <a:pt x="223101" y="476956"/>
                </a:lnTo>
                <a:lnTo>
                  <a:pt x="209309" y="513929"/>
                </a:lnTo>
                <a:lnTo>
                  <a:pt x="202008" y="539724"/>
                </a:lnTo>
                <a:lnTo>
                  <a:pt x="203630" y="548752"/>
                </a:lnTo>
                <a:lnTo>
                  <a:pt x="199574" y="595614"/>
                </a:lnTo>
                <a:lnTo>
                  <a:pt x="202008" y="608941"/>
                </a:lnTo>
                <a:lnTo>
                  <a:pt x="185782" y="649354"/>
                </a:lnTo>
                <a:lnTo>
                  <a:pt x="181726" y="669560"/>
                </a:lnTo>
                <a:lnTo>
                  <a:pt x="175236" y="696645"/>
                </a:lnTo>
                <a:lnTo>
                  <a:pt x="163878" y="754255"/>
                </a:lnTo>
                <a:lnTo>
                  <a:pt x="148464" y="773171"/>
                </a:lnTo>
                <a:lnTo>
                  <a:pt x="140351" y="751675"/>
                </a:lnTo>
                <a:lnTo>
                  <a:pt x="123314" y="690626"/>
                </a:lnTo>
                <a:lnTo>
                  <a:pt x="110334" y="648494"/>
                </a:lnTo>
                <a:lnTo>
                  <a:pt x="93297" y="596474"/>
                </a:lnTo>
                <a:lnTo>
                  <a:pt x="64091" y="533275"/>
                </a:lnTo>
                <a:lnTo>
                  <a:pt x="61657" y="518228"/>
                </a:lnTo>
                <a:lnTo>
                  <a:pt x="55167" y="496302"/>
                </a:lnTo>
                <a:lnTo>
                  <a:pt x="34885" y="438693"/>
                </a:lnTo>
                <a:lnTo>
                  <a:pt x="18660" y="397420"/>
                </a:lnTo>
                <a:lnTo>
                  <a:pt x="0" y="344540"/>
                </a:lnTo>
                <a:lnTo>
                  <a:pt x="23527" y="323904"/>
                </a:lnTo>
                <a:lnTo>
                  <a:pt x="23527" y="306277"/>
                </a:lnTo>
                <a:lnTo>
                  <a:pt x="63280" y="265864"/>
                </a:lnTo>
                <a:lnTo>
                  <a:pt x="62468" y="261995"/>
                </a:lnTo>
                <a:lnTo>
                  <a:pt x="51922" y="251247"/>
                </a:lnTo>
                <a:lnTo>
                  <a:pt x="53544" y="249527"/>
                </a:lnTo>
                <a:lnTo>
                  <a:pt x="97353" y="174291"/>
                </a:lnTo>
                <a:lnTo>
                  <a:pt x="125748" y="99915"/>
                </a:lnTo>
                <a:lnTo>
                  <a:pt x="152520" y="0"/>
                </a:lnTo>
                <a:lnTo>
                  <a:pt x="171179" y="0"/>
                </a:lnTo>
                <a:lnTo>
                  <a:pt x="187405" y="0"/>
                </a:lnTo>
                <a:lnTo>
                  <a:pt x="194706" y="0"/>
                </a:lnTo>
                <a:lnTo>
                  <a:pt x="220667" y="0"/>
                </a:lnTo>
                <a:lnTo>
                  <a:pt x="239326" y="0"/>
                </a:lnTo>
                <a:lnTo>
                  <a:pt x="262853" y="0"/>
                </a:lnTo>
                <a:lnTo>
                  <a:pt x="281513" y="0"/>
                </a:lnTo>
                <a:lnTo>
                  <a:pt x="290437" y="0"/>
                </a:lnTo>
                <a:lnTo>
                  <a:pt x="300983" y="0"/>
                </a:lnTo>
                <a:lnTo>
                  <a:pt x="305851" y="0"/>
                </a:lnTo>
                <a:lnTo>
                  <a:pt x="311530" y="0"/>
                </a:lnTo>
                <a:lnTo>
                  <a:pt x="335868" y="0"/>
                </a:lnTo>
                <a:lnTo>
                  <a:pt x="347226" y="0"/>
                </a:lnTo>
                <a:lnTo>
                  <a:pt x="359395" y="0"/>
                </a:lnTo>
                <a:lnTo>
                  <a:pt x="365885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6766569" y="1645920"/>
            <a:ext cx="1486256" cy="69820"/>
          </a:xfrm>
          <a:custGeom>
            <a:avLst/>
            <a:gdLst/>
            <a:ahLst/>
            <a:cxnLst/>
            <a:rect l="l" t="t" r="r" b="b"/>
            <a:pathLst>
              <a:path w="1486256" h="69820">
                <a:moveTo>
                  <a:pt x="29206" y="0"/>
                </a:moveTo>
                <a:lnTo>
                  <a:pt x="45432" y="0"/>
                </a:lnTo>
                <a:lnTo>
                  <a:pt x="81939" y="0"/>
                </a:lnTo>
                <a:lnTo>
                  <a:pt x="87618" y="0"/>
                </a:lnTo>
                <a:lnTo>
                  <a:pt x="98165" y="0"/>
                </a:lnTo>
                <a:lnTo>
                  <a:pt x="109522" y="0"/>
                </a:lnTo>
                <a:lnTo>
                  <a:pt x="131427" y="0"/>
                </a:lnTo>
                <a:lnTo>
                  <a:pt x="137917" y="0"/>
                </a:lnTo>
                <a:lnTo>
                  <a:pt x="147652" y="0"/>
                </a:lnTo>
                <a:lnTo>
                  <a:pt x="160633" y="0"/>
                </a:lnTo>
                <a:lnTo>
                  <a:pt x="180103" y="0"/>
                </a:lnTo>
                <a:lnTo>
                  <a:pt x="196329" y="0"/>
                </a:lnTo>
                <a:lnTo>
                  <a:pt x="197951" y="0"/>
                </a:lnTo>
                <a:lnTo>
                  <a:pt x="174424" y="0"/>
                </a:lnTo>
                <a:lnTo>
                  <a:pt x="176047" y="0"/>
                </a:lnTo>
                <a:lnTo>
                  <a:pt x="187405" y="0"/>
                </a:lnTo>
                <a:lnTo>
                  <a:pt x="194706" y="0"/>
                </a:lnTo>
                <a:lnTo>
                  <a:pt x="201197" y="0"/>
                </a:lnTo>
                <a:lnTo>
                  <a:pt x="227969" y="0"/>
                </a:lnTo>
                <a:lnTo>
                  <a:pt x="265287" y="0"/>
                </a:lnTo>
                <a:lnTo>
                  <a:pt x="275023" y="0"/>
                </a:lnTo>
                <a:lnTo>
                  <a:pt x="293682" y="0"/>
                </a:lnTo>
                <a:lnTo>
                  <a:pt x="320454" y="0"/>
                </a:lnTo>
                <a:lnTo>
                  <a:pt x="352094" y="0"/>
                </a:lnTo>
                <a:lnTo>
                  <a:pt x="376432" y="0"/>
                </a:lnTo>
                <a:lnTo>
                  <a:pt x="396714" y="0"/>
                </a:lnTo>
                <a:lnTo>
                  <a:pt x="440523" y="0"/>
                </a:lnTo>
                <a:lnTo>
                  <a:pt x="462427" y="0"/>
                </a:lnTo>
                <a:lnTo>
                  <a:pt x="482709" y="0"/>
                </a:lnTo>
                <a:lnTo>
                  <a:pt x="546800" y="0"/>
                </a:lnTo>
                <a:lnTo>
                  <a:pt x="572761" y="0"/>
                </a:lnTo>
                <a:lnTo>
                  <a:pt x="590609" y="0"/>
                </a:lnTo>
                <a:lnTo>
                  <a:pt x="603589" y="0"/>
                </a:lnTo>
                <a:lnTo>
                  <a:pt x="634417" y="0"/>
                </a:lnTo>
                <a:lnTo>
                  <a:pt x="658756" y="0"/>
                </a:lnTo>
                <a:lnTo>
                  <a:pt x="676604" y="0"/>
                </a:lnTo>
                <a:lnTo>
                  <a:pt x="708243" y="0"/>
                </a:lnTo>
                <a:lnTo>
                  <a:pt x="753675" y="0"/>
                </a:lnTo>
                <a:lnTo>
                  <a:pt x="809653" y="0"/>
                </a:lnTo>
                <a:lnTo>
                  <a:pt x="842104" y="0"/>
                </a:lnTo>
                <a:lnTo>
                  <a:pt x="883479" y="0"/>
                </a:lnTo>
                <a:lnTo>
                  <a:pt x="958116" y="0"/>
                </a:lnTo>
                <a:lnTo>
                  <a:pt x="1056280" y="0"/>
                </a:lnTo>
                <a:lnTo>
                  <a:pt x="1113881" y="0"/>
                </a:lnTo>
                <a:lnTo>
                  <a:pt x="1138219" y="0"/>
                </a:lnTo>
                <a:lnTo>
                  <a:pt x="1170670" y="0"/>
                </a:lnTo>
                <a:lnTo>
                  <a:pt x="1203121" y="0"/>
                </a:lnTo>
                <a:lnTo>
                  <a:pt x="1239629" y="0"/>
                </a:lnTo>
                <a:lnTo>
                  <a:pt x="1256665" y="0"/>
                </a:lnTo>
                <a:lnTo>
                  <a:pt x="1295607" y="0"/>
                </a:lnTo>
                <a:lnTo>
                  <a:pt x="1347528" y="0"/>
                </a:lnTo>
                <a:lnTo>
                  <a:pt x="1379979" y="0"/>
                </a:lnTo>
                <a:lnTo>
                  <a:pt x="1418920" y="0"/>
                </a:lnTo>
                <a:lnTo>
                  <a:pt x="1443259" y="0"/>
                </a:lnTo>
                <a:lnTo>
                  <a:pt x="1450560" y="0"/>
                </a:lnTo>
                <a:lnTo>
                  <a:pt x="1461107" y="0"/>
                </a:lnTo>
                <a:lnTo>
                  <a:pt x="1465974" y="0"/>
                </a:lnTo>
                <a:lnTo>
                  <a:pt x="1475710" y="0"/>
                </a:lnTo>
                <a:lnTo>
                  <a:pt x="1486256" y="0"/>
                </a:lnTo>
                <a:lnTo>
                  <a:pt x="1486256" y="0"/>
                </a:lnTo>
                <a:lnTo>
                  <a:pt x="1483822" y="0"/>
                </a:lnTo>
                <a:lnTo>
                  <a:pt x="1458673" y="0"/>
                </a:lnTo>
                <a:lnTo>
                  <a:pt x="1423788" y="0"/>
                </a:lnTo>
                <a:lnTo>
                  <a:pt x="1399450" y="0"/>
                </a:lnTo>
                <a:lnTo>
                  <a:pt x="1357263" y="0"/>
                </a:lnTo>
                <a:lnTo>
                  <a:pt x="1326435" y="0"/>
                </a:lnTo>
                <a:lnTo>
                  <a:pt x="1273702" y="0"/>
                </a:lnTo>
                <a:lnTo>
                  <a:pt x="1259910" y="0"/>
                </a:lnTo>
                <a:lnTo>
                  <a:pt x="1246119" y="0"/>
                </a:lnTo>
                <a:lnTo>
                  <a:pt x="1238817" y="0"/>
                </a:lnTo>
                <a:lnTo>
                  <a:pt x="1236383" y="0"/>
                </a:lnTo>
                <a:lnTo>
                  <a:pt x="1234761" y="0"/>
                </a:lnTo>
                <a:lnTo>
                  <a:pt x="1247741" y="0"/>
                </a:lnTo>
                <a:lnTo>
                  <a:pt x="1259099" y="0"/>
                </a:lnTo>
                <a:lnTo>
                  <a:pt x="1260722" y="0"/>
                </a:lnTo>
                <a:lnTo>
                  <a:pt x="1259910" y="0"/>
                </a:lnTo>
                <a:lnTo>
                  <a:pt x="1248553" y="0"/>
                </a:lnTo>
                <a:lnTo>
                  <a:pt x="1235572" y="0"/>
                </a:lnTo>
                <a:lnTo>
                  <a:pt x="1228271" y="0"/>
                </a:lnTo>
                <a:lnTo>
                  <a:pt x="1225026" y="0"/>
                </a:lnTo>
                <a:lnTo>
                  <a:pt x="1225026" y="0"/>
                </a:lnTo>
                <a:lnTo>
                  <a:pt x="1223403" y="0"/>
                </a:lnTo>
                <a:lnTo>
                  <a:pt x="1202310" y="0"/>
                </a:lnTo>
                <a:lnTo>
                  <a:pt x="1177160" y="0"/>
                </a:lnTo>
                <a:lnTo>
                  <a:pt x="1164991" y="0"/>
                </a:lnTo>
                <a:lnTo>
                  <a:pt x="1109825" y="0"/>
                </a:lnTo>
                <a:lnTo>
                  <a:pt x="1049790" y="0"/>
                </a:lnTo>
                <a:lnTo>
                  <a:pt x="981643" y="0"/>
                </a:lnTo>
                <a:lnTo>
                  <a:pt x="920797" y="0"/>
                </a:lnTo>
                <a:lnTo>
                  <a:pt x="856707" y="0"/>
                </a:lnTo>
                <a:lnTo>
                  <a:pt x="789371" y="0"/>
                </a:lnTo>
                <a:lnTo>
                  <a:pt x="741506" y="0"/>
                </a:lnTo>
                <a:lnTo>
                  <a:pt x="678226" y="0"/>
                </a:lnTo>
                <a:lnTo>
                  <a:pt x="619814" y="0"/>
                </a:lnTo>
                <a:lnTo>
                  <a:pt x="561403" y="0"/>
                </a:lnTo>
                <a:lnTo>
                  <a:pt x="515971" y="0"/>
                </a:lnTo>
                <a:lnTo>
                  <a:pt x="448635" y="0"/>
                </a:lnTo>
                <a:lnTo>
                  <a:pt x="408883" y="0"/>
                </a:lnTo>
                <a:lnTo>
                  <a:pt x="349660" y="2322"/>
                </a:lnTo>
                <a:lnTo>
                  <a:pt x="298550" y="33277"/>
                </a:lnTo>
                <a:lnTo>
                  <a:pt x="237704" y="69820"/>
                </a:lnTo>
                <a:lnTo>
                  <a:pt x="161444" y="59072"/>
                </a:lnTo>
                <a:lnTo>
                  <a:pt x="137106" y="52623"/>
                </a:lnTo>
                <a:lnTo>
                  <a:pt x="116824" y="35426"/>
                </a:lnTo>
                <a:lnTo>
                  <a:pt x="102221" y="25968"/>
                </a:lnTo>
                <a:lnTo>
                  <a:pt x="66525" y="16510"/>
                </a:lnTo>
                <a:lnTo>
                  <a:pt x="42998" y="0"/>
                </a:lnTo>
                <a:lnTo>
                  <a:pt x="29206" y="0"/>
                </a:lnTo>
                <a:lnTo>
                  <a:pt x="4868" y="0"/>
                </a:lnTo>
                <a:lnTo>
                  <a:pt x="8113" y="0"/>
                </a:lnTo>
                <a:lnTo>
                  <a:pt x="21094" y="0"/>
                </a:lnTo>
                <a:lnTo>
                  <a:pt x="33263" y="0"/>
                </a:lnTo>
                <a:lnTo>
                  <a:pt x="26772" y="0"/>
                </a:lnTo>
                <a:lnTo>
                  <a:pt x="24339" y="0"/>
                </a:lnTo>
                <a:lnTo>
                  <a:pt x="23527" y="0"/>
                </a:lnTo>
                <a:lnTo>
                  <a:pt x="31640" y="0"/>
                </a:lnTo>
                <a:lnTo>
                  <a:pt x="27584" y="0"/>
                </a:lnTo>
                <a:lnTo>
                  <a:pt x="21094" y="0"/>
                </a:lnTo>
                <a:lnTo>
                  <a:pt x="16226" y="0"/>
                </a:lnTo>
                <a:lnTo>
                  <a:pt x="16226" y="0"/>
                </a:lnTo>
                <a:lnTo>
                  <a:pt x="19471" y="0"/>
                </a:lnTo>
                <a:lnTo>
                  <a:pt x="23527" y="0"/>
                </a:lnTo>
                <a:lnTo>
                  <a:pt x="34074" y="0"/>
                </a:lnTo>
                <a:lnTo>
                  <a:pt x="36508" y="0"/>
                </a:lnTo>
                <a:lnTo>
                  <a:pt x="45432" y="0"/>
                </a:lnTo>
                <a:lnTo>
                  <a:pt x="58412" y="0"/>
                </a:lnTo>
                <a:lnTo>
                  <a:pt x="60846" y="0"/>
                </a:lnTo>
                <a:lnTo>
                  <a:pt x="59223" y="0"/>
                </a:lnTo>
                <a:lnTo>
                  <a:pt x="47054" y="0"/>
                </a:lnTo>
                <a:lnTo>
                  <a:pt x="39753" y="0"/>
                </a:lnTo>
                <a:lnTo>
                  <a:pt x="46243" y="0"/>
                </a:lnTo>
                <a:lnTo>
                  <a:pt x="50299" y="0"/>
                </a:lnTo>
                <a:lnTo>
                  <a:pt x="57601" y="0"/>
                </a:lnTo>
                <a:lnTo>
                  <a:pt x="73826" y="0"/>
                </a:lnTo>
                <a:lnTo>
                  <a:pt x="86807" y="0"/>
                </a:lnTo>
                <a:lnTo>
                  <a:pt x="98165" y="0"/>
                </a:lnTo>
                <a:lnTo>
                  <a:pt x="116824" y="0"/>
                </a:lnTo>
                <a:lnTo>
                  <a:pt x="131427" y="0"/>
                </a:lnTo>
                <a:lnTo>
                  <a:pt x="135483" y="0"/>
                </a:lnTo>
                <a:lnTo>
                  <a:pt x="134672" y="0"/>
                </a:lnTo>
                <a:lnTo>
                  <a:pt x="116824" y="0"/>
                </a:lnTo>
                <a:lnTo>
                  <a:pt x="116013" y="0"/>
                </a:lnTo>
                <a:lnTo>
                  <a:pt x="120069" y="0"/>
                </a:lnTo>
                <a:lnTo>
                  <a:pt x="133049" y="0"/>
                </a:lnTo>
                <a:lnTo>
                  <a:pt x="148464" y="0"/>
                </a:lnTo>
                <a:lnTo>
                  <a:pt x="155765" y="0"/>
                </a:lnTo>
                <a:lnTo>
                  <a:pt x="173613" y="0"/>
                </a:lnTo>
                <a:lnTo>
                  <a:pt x="184971" y="0"/>
                </a:lnTo>
                <a:lnTo>
                  <a:pt x="167123" y="0"/>
                </a:lnTo>
                <a:lnTo>
                  <a:pt x="155765" y="0"/>
                </a:lnTo>
                <a:lnTo>
                  <a:pt x="137917" y="0"/>
                </a:lnTo>
                <a:lnTo>
                  <a:pt x="127371" y="0"/>
                </a:lnTo>
                <a:lnTo>
                  <a:pt x="126559" y="0"/>
                </a:lnTo>
                <a:lnTo>
                  <a:pt x="140351" y="0"/>
                </a:lnTo>
                <a:lnTo>
                  <a:pt x="150898" y="0"/>
                </a:lnTo>
                <a:lnTo>
                  <a:pt x="139540" y="0"/>
                </a:lnTo>
                <a:lnTo>
                  <a:pt x="120069" y="0"/>
                </a:lnTo>
                <a:lnTo>
                  <a:pt x="112768" y="0"/>
                </a:lnTo>
                <a:lnTo>
                  <a:pt x="86807" y="0"/>
                </a:lnTo>
                <a:lnTo>
                  <a:pt x="47866" y="0"/>
                </a:lnTo>
                <a:lnTo>
                  <a:pt x="30018" y="0"/>
                </a:lnTo>
                <a:lnTo>
                  <a:pt x="27584" y="0"/>
                </a:lnTo>
                <a:lnTo>
                  <a:pt x="28395" y="0"/>
                </a:lnTo>
                <a:lnTo>
                  <a:pt x="40564" y="0"/>
                </a:lnTo>
                <a:lnTo>
                  <a:pt x="34885" y="0"/>
                </a:lnTo>
                <a:lnTo>
                  <a:pt x="34074" y="0"/>
                </a:lnTo>
                <a:lnTo>
                  <a:pt x="30829" y="0"/>
                </a:lnTo>
                <a:lnTo>
                  <a:pt x="0" y="0"/>
                </a:lnTo>
                <a:lnTo>
                  <a:pt x="17037" y="0"/>
                </a:lnTo>
                <a:lnTo>
                  <a:pt x="29206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6355080" y="4220891"/>
            <a:ext cx="1052397" cy="1585549"/>
          </a:xfrm>
          <a:custGeom>
            <a:avLst/>
            <a:gdLst/>
            <a:ahLst/>
            <a:cxnLst/>
            <a:rect l="l" t="t" r="r" b="b"/>
            <a:pathLst>
              <a:path w="1052397" h="1585549">
                <a:moveTo>
                  <a:pt x="31813" y="1585549"/>
                </a:moveTo>
                <a:lnTo>
                  <a:pt x="31001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5041" y="1585549"/>
                </a:lnTo>
                <a:lnTo>
                  <a:pt x="5041" y="1585549"/>
                </a:lnTo>
                <a:lnTo>
                  <a:pt x="5852" y="1585549"/>
                </a:lnTo>
                <a:lnTo>
                  <a:pt x="5852" y="1585549"/>
                </a:lnTo>
                <a:lnTo>
                  <a:pt x="4229" y="1585549"/>
                </a:lnTo>
                <a:lnTo>
                  <a:pt x="2607" y="1585549"/>
                </a:lnTo>
                <a:lnTo>
                  <a:pt x="1795" y="1585549"/>
                </a:lnTo>
                <a:lnTo>
                  <a:pt x="4229" y="1585549"/>
                </a:lnTo>
                <a:lnTo>
                  <a:pt x="4229" y="1585549"/>
                </a:lnTo>
                <a:lnTo>
                  <a:pt x="4229" y="1585549"/>
                </a:lnTo>
                <a:lnTo>
                  <a:pt x="2607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85549"/>
                </a:lnTo>
                <a:lnTo>
                  <a:pt x="0" y="1553736"/>
                </a:lnTo>
                <a:lnTo>
                  <a:pt x="0" y="1443246"/>
                </a:lnTo>
                <a:lnTo>
                  <a:pt x="0" y="1332756"/>
                </a:lnTo>
                <a:lnTo>
                  <a:pt x="0" y="1222266"/>
                </a:lnTo>
                <a:lnTo>
                  <a:pt x="0" y="1111777"/>
                </a:lnTo>
                <a:lnTo>
                  <a:pt x="0" y="1001287"/>
                </a:lnTo>
                <a:lnTo>
                  <a:pt x="0" y="890797"/>
                </a:lnTo>
                <a:lnTo>
                  <a:pt x="0" y="780737"/>
                </a:lnTo>
                <a:lnTo>
                  <a:pt x="0" y="670248"/>
                </a:lnTo>
                <a:lnTo>
                  <a:pt x="0" y="639293"/>
                </a:lnTo>
                <a:lnTo>
                  <a:pt x="0" y="608339"/>
                </a:lnTo>
                <a:lnTo>
                  <a:pt x="0" y="577385"/>
                </a:lnTo>
                <a:lnTo>
                  <a:pt x="0" y="546430"/>
                </a:lnTo>
                <a:lnTo>
                  <a:pt x="0" y="546430"/>
                </a:lnTo>
                <a:lnTo>
                  <a:pt x="0" y="546430"/>
                </a:lnTo>
                <a:lnTo>
                  <a:pt x="0" y="546430"/>
                </a:lnTo>
                <a:lnTo>
                  <a:pt x="0" y="546430"/>
                </a:lnTo>
                <a:lnTo>
                  <a:pt x="0" y="546000"/>
                </a:lnTo>
                <a:lnTo>
                  <a:pt x="0" y="545570"/>
                </a:lnTo>
                <a:lnTo>
                  <a:pt x="0" y="545140"/>
                </a:lnTo>
                <a:lnTo>
                  <a:pt x="0" y="544711"/>
                </a:lnTo>
                <a:lnTo>
                  <a:pt x="0" y="421323"/>
                </a:lnTo>
                <a:lnTo>
                  <a:pt x="0" y="297936"/>
                </a:lnTo>
                <a:lnTo>
                  <a:pt x="0" y="174548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591"/>
                </a:lnTo>
                <a:lnTo>
                  <a:pt x="0" y="51591"/>
                </a:lnTo>
                <a:lnTo>
                  <a:pt x="0" y="51591"/>
                </a:lnTo>
                <a:lnTo>
                  <a:pt x="0" y="49441"/>
                </a:lnTo>
                <a:lnTo>
                  <a:pt x="0" y="3440"/>
                </a:lnTo>
                <a:lnTo>
                  <a:pt x="0" y="0"/>
                </a:lnTo>
                <a:lnTo>
                  <a:pt x="0" y="2580"/>
                </a:lnTo>
                <a:lnTo>
                  <a:pt x="0" y="13328"/>
                </a:lnTo>
                <a:lnTo>
                  <a:pt x="0" y="29235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0" y="51161"/>
                </a:lnTo>
                <a:lnTo>
                  <a:pt x="69131" y="51161"/>
                </a:lnTo>
                <a:lnTo>
                  <a:pt x="142957" y="51161"/>
                </a:lnTo>
                <a:lnTo>
                  <a:pt x="217595" y="51161"/>
                </a:lnTo>
                <a:lnTo>
                  <a:pt x="291421" y="51161"/>
                </a:lnTo>
                <a:lnTo>
                  <a:pt x="365247" y="51161"/>
                </a:lnTo>
                <a:lnTo>
                  <a:pt x="439073" y="51161"/>
                </a:lnTo>
                <a:lnTo>
                  <a:pt x="512899" y="51161"/>
                </a:lnTo>
                <a:lnTo>
                  <a:pt x="586725" y="51161"/>
                </a:lnTo>
                <a:lnTo>
                  <a:pt x="660551" y="50731"/>
                </a:lnTo>
                <a:lnTo>
                  <a:pt x="663796" y="107481"/>
                </a:lnTo>
                <a:lnTo>
                  <a:pt x="673531" y="152622"/>
                </a:lnTo>
                <a:lnTo>
                  <a:pt x="708416" y="217111"/>
                </a:lnTo>
                <a:lnTo>
                  <a:pt x="737622" y="251934"/>
                </a:lnTo>
                <a:lnTo>
                  <a:pt x="748168" y="270851"/>
                </a:lnTo>
                <a:lnTo>
                  <a:pt x="748980" y="279879"/>
                </a:lnTo>
                <a:lnTo>
                  <a:pt x="748168" y="288048"/>
                </a:lnTo>
                <a:lnTo>
                  <a:pt x="739244" y="278589"/>
                </a:lnTo>
                <a:lnTo>
                  <a:pt x="723830" y="272140"/>
                </a:lnTo>
                <a:lnTo>
                  <a:pt x="721396" y="302235"/>
                </a:lnTo>
                <a:lnTo>
                  <a:pt x="725453" y="323731"/>
                </a:lnTo>
                <a:lnTo>
                  <a:pt x="728698" y="364144"/>
                </a:lnTo>
                <a:lnTo>
                  <a:pt x="740867" y="407566"/>
                </a:lnTo>
                <a:lnTo>
                  <a:pt x="731943" y="447548"/>
                </a:lnTo>
                <a:lnTo>
                  <a:pt x="733566" y="515476"/>
                </a:lnTo>
                <a:lnTo>
                  <a:pt x="748980" y="597161"/>
                </a:lnTo>
                <a:lnTo>
                  <a:pt x="745735" y="648751"/>
                </a:lnTo>
                <a:lnTo>
                  <a:pt x="771695" y="770419"/>
                </a:lnTo>
                <a:lnTo>
                  <a:pt x="796034" y="837487"/>
                </a:lnTo>
                <a:lnTo>
                  <a:pt x="809825" y="854254"/>
                </a:lnTo>
                <a:lnTo>
                  <a:pt x="825240" y="862852"/>
                </a:lnTo>
                <a:lnTo>
                  <a:pt x="854446" y="868871"/>
                </a:lnTo>
                <a:lnTo>
                  <a:pt x="897443" y="902835"/>
                </a:lnTo>
                <a:lnTo>
                  <a:pt x="932328" y="939378"/>
                </a:lnTo>
                <a:lnTo>
                  <a:pt x="944497" y="958295"/>
                </a:lnTo>
                <a:lnTo>
                  <a:pt x="960723" y="978931"/>
                </a:lnTo>
                <a:lnTo>
                  <a:pt x="972080" y="975062"/>
                </a:lnTo>
                <a:lnTo>
                  <a:pt x="979382" y="969903"/>
                </a:lnTo>
                <a:lnTo>
                  <a:pt x="989928" y="986670"/>
                </a:lnTo>
                <a:lnTo>
                  <a:pt x="1044284" y="1022783"/>
                </a:lnTo>
                <a:lnTo>
                  <a:pt x="1052397" y="1039550"/>
                </a:lnTo>
                <a:lnTo>
                  <a:pt x="1032926" y="1055887"/>
                </a:lnTo>
                <a:lnTo>
                  <a:pt x="1010210" y="1084262"/>
                </a:lnTo>
                <a:lnTo>
                  <a:pt x="1004531" y="1095440"/>
                </a:lnTo>
                <a:lnTo>
                  <a:pt x="1002098" y="1102318"/>
                </a:lnTo>
                <a:lnTo>
                  <a:pt x="999664" y="1110917"/>
                </a:lnTo>
                <a:lnTo>
                  <a:pt x="993174" y="1119085"/>
                </a:lnTo>
                <a:lnTo>
                  <a:pt x="980193" y="1130693"/>
                </a:lnTo>
                <a:lnTo>
                  <a:pt x="975325" y="1135852"/>
                </a:lnTo>
                <a:lnTo>
                  <a:pt x="972080" y="1143591"/>
                </a:lnTo>
                <a:lnTo>
                  <a:pt x="964779" y="1148750"/>
                </a:lnTo>
                <a:lnTo>
                  <a:pt x="955855" y="1149180"/>
                </a:lnTo>
                <a:lnTo>
                  <a:pt x="948553" y="1152619"/>
                </a:lnTo>
                <a:lnTo>
                  <a:pt x="937196" y="1157778"/>
                </a:lnTo>
                <a:lnTo>
                  <a:pt x="920970" y="1155199"/>
                </a:lnTo>
                <a:lnTo>
                  <a:pt x="903933" y="1160358"/>
                </a:lnTo>
                <a:lnTo>
                  <a:pt x="897443" y="1166377"/>
                </a:lnTo>
                <a:lnTo>
                  <a:pt x="884463" y="1171966"/>
                </a:lnTo>
                <a:lnTo>
                  <a:pt x="870671" y="1173255"/>
                </a:lnTo>
                <a:lnTo>
                  <a:pt x="866615" y="1174975"/>
                </a:lnTo>
                <a:lnTo>
                  <a:pt x="853634" y="1184433"/>
                </a:lnTo>
                <a:lnTo>
                  <a:pt x="838220" y="1197331"/>
                </a:lnTo>
                <a:lnTo>
                  <a:pt x="819561" y="1205499"/>
                </a:lnTo>
                <a:lnTo>
                  <a:pt x="813070" y="1208079"/>
                </a:lnTo>
                <a:lnTo>
                  <a:pt x="804958" y="1217107"/>
                </a:lnTo>
                <a:lnTo>
                  <a:pt x="791977" y="1261389"/>
                </a:lnTo>
                <a:lnTo>
                  <a:pt x="782242" y="1272997"/>
                </a:lnTo>
                <a:lnTo>
                  <a:pt x="766828" y="1274287"/>
                </a:lnTo>
                <a:lnTo>
                  <a:pt x="745735" y="1274287"/>
                </a:lnTo>
                <a:lnTo>
                  <a:pt x="727887" y="1278156"/>
                </a:lnTo>
                <a:lnTo>
                  <a:pt x="703548" y="1272997"/>
                </a:lnTo>
                <a:lnTo>
                  <a:pt x="692191" y="1273857"/>
                </a:lnTo>
                <a:lnTo>
                  <a:pt x="688945" y="1283315"/>
                </a:lnTo>
                <a:lnTo>
                  <a:pt x="684078" y="1321578"/>
                </a:lnTo>
                <a:lnTo>
                  <a:pt x="684889" y="1337915"/>
                </a:lnTo>
                <a:lnTo>
                  <a:pt x="675154" y="1357262"/>
                </a:lnTo>
                <a:lnTo>
                  <a:pt x="664607" y="1381337"/>
                </a:lnTo>
                <a:lnTo>
                  <a:pt x="668664" y="1422180"/>
                </a:lnTo>
                <a:lnTo>
                  <a:pt x="670286" y="1462592"/>
                </a:lnTo>
                <a:lnTo>
                  <a:pt x="650815" y="1523641"/>
                </a:lnTo>
                <a:lnTo>
                  <a:pt x="647570" y="1537399"/>
                </a:lnTo>
                <a:lnTo>
                  <a:pt x="628100" y="1585549"/>
                </a:lnTo>
                <a:lnTo>
                  <a:pt x="617553" y="1585549"/>
                </a:lnTo>
                <a:lnTo>
                  <a:pt x="592404" y="1585549"/>
                </a:lnTo>
                <a:lnTo>
                  <a:pt x="581857" y="1585549"/>
                </a:lnTo>
                <a:lnTo>
                  <a:pt x="560764" y="1585549"/>
                </a:lnTo>
                <a:lnTo>
                  <a:pt x="565632" y="1585549"/>
                </a:lnTo>
                <a:lnTo>
                  <a:pt x="570499" y="1585549"/>
                </a:lnTo>
                <a:lnTo>
                  <a:pt x="575367" y="1585549"/>
                </a:lnTo>
                <a:lnTo>
                  <a:pt x="582668" y="1585549"/>
                </a:lnTo>
                <a:lnTo>
                  <a:pt x="564820" y="1585549"/>
                </a:lnTo>
                <a:lnTo>
                  <a:pt x="565632" y="1585549"/>
                </a:lnTo>
                <a:lnTo>
                  <a:pt x="552651" y="1585549"/>
                </a:lnTo>
                <a:lnTo>
                  <a:pt x="542916" y="1585549"/>
                </a:lnTo>
                <a:lnTo>
                  <a:pt x="533992" y="1585549"/>
                </a:lnTo>
                <a:lnTo>
                  <a:pt x="525879" y="1585549"/>
                </a:lnTo>
                <a:lnTo>
                  <a:pt x="512087" y="1585549"/>
                </a:lnTo>
                <a:lnTo>
                  <a:pt x="500730" y="1585549"/>
                </a:lnTo>
                <a:lnTo>
                  <a:pt x="495051" y="1585549"/>
                </a:lnTo>
                <a:lnTo>
                  <a:pt x="495051" y="1585549"/>
                </a:lnTo>
                <a:lnTo>
                  <a:pt x="492617" y="1585549"/>
                </a:lnTo>
                <a:lnTo>
                  <a:pt x="488560" y="1585549"/>
                </a:lnTo>
                <a:lnTo>
                  <a:pt x="461788" y="1585549"/>
                </a:lnTo>
                <a:lnTo>
                  <a:pt x="424470" y="1585549"/>
                </a:lnTo>
                <a:lnTo>
                  <a:pt x="404188" y="1585549"/>
                </a:lnTo>
                <a:lnTo>
                  <a:pt x="390396" y="1585549"/>
                </a:lnTo>
                <a:lnTo>
                  <a:pt x="373359" y="1585549"/>
                </a:lnTo>
                <a:lnTo>
                  <a:pt x="340908" y="1585549"/>
                </a:lnTo>
                <a:lnTo>
                  <a:pt x="323060" y="1585549"/>
                </a:lnTo>
                <a:lnTo>
                  <a:pt x="296288" y="1585549"/>
                </a:lnTo>
                <a:lnTo>
                  <a:pt x="264649" y="1585549"/>
                </a:lnTo>
                <a:lnTo>
                  <a:pt x="258158" y="1585549"/>
                </a:lnTo>
                <a:lnTo>
                  <a:pt x="252479" y="1585549"/>
                </a:lnTo>
                <a:lnTo>
                  <a:pt x="241122" y="1585549"/>
                </a:lnTo>
                <a:lnTo>
                  <a:pt x="230575" y="1585549"/>
                </a:lnTo>
                <a:lnTo>
                  <a:pt x="232198" y="1585549"/>
                </a:lnTo>
                <a:lnTo>
                  <a:pt x="222462" y="1585549"/>
                </a:lnTo>
                <a:lnTo>
                  <a:pt x="224085" y="1585549"/>
                </a:lnTo>
                <a:lnTo>
                  <a:pt x="212727" y="1585549"/>
                </a:lnTo>
                <a:lnTo>
                  <a:pt x="198124" y="1585549"/>
                </a:lnTo>
                <a:lnTo>
                  <a:pt x="187577" y="1585549"/>
                </a:lnTo>
                <a:lnTo>
                  <a:pt x="165673" y="1585549"/>
                </a:lnTo>
                <a:lnTo>
                  <a:pt x="149448" y="1585549"/>
                </a:lnTo>
                <a:lnTo>
                  <a:pt x="142957" y="1585549"/>
                </a:lnTo>
                <a:lnTo>
                  <a:pt x="128354" y="1585549"/>
                </a:lnTo>
                <a:lnTo>
                  <a:pt x="111318" y="1585549"/>
                </a:lnTo>
                <a:lnTo>
                  <a:pt x="91036" y="1585549"/>
                </a:lnTo>
                <a:lnTo>
                  <a:pt x="75622" y="1585549"/>
                </a:lnTo>
                <a:lnTo>
                  <a:pt x="84546" y="1585549"/>
                </a:lnTo>
                <a:lnTo>
                  <a:pt x="83734" y="1585549"/>
                </a:lnTo>
                <a:lnTo>
                  <a:pt x="79678" y="1585549"/>
                </a:lnTo>
                <a:lnTo>
                  <a:pt x="55340" y="1585549"/>
                </a:lnTo>
                <a:lnTo>
                  <a:pt x="49661" y="1585549"/>
                </a:lnTo>
                <a:lnTo>
                  <a:pt x="40737" y="1585549"/>
                </a:lnTo>
                <a:lnTo>
                  <a:pt x="31813" y="1585549"/>
                </a:lnTo>
                <a:lnTo>
                  <a:pt x="31813" y="1585549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915844" y="5260441"/>
            <a:ext cx="1507349" cy="545999"/>
          </a:xfrm>
          <a:custGeom>
            <a:avLst/>
            <a:gdLst/>
            <a:ahLst/>
            <a:cxnLst/>
            <a:rect l="l" t="t" r="r" b="b"/>
            <a:pathLst>
              <a:path w="1507349" h="545999">
                <a:moveTo>
                  <a:pt x="21904" y="545999"/>
                </a:moveTo>
                <a:lnTo>
                  <a:pt x="14603" y="545999"/>
                </a:lnTo>
                <a:lnTo>
                  <a:pt x="9735" y="545999"/>
                </a:lnTo>
                <a:lnTo>
                  <a:pt x="4868" y="545999"/>
                </a:lnTo>
                <a:lnTo>
                  <a:pt x="0" y="545999"/>
                </a:lnTo>
                <a:lnTo>
                  <a:pt x="21093" y="545999"/>
                </a:lnTo>
                <a:lnTo>
                  <a:pt x="31640" y="545999"/>
                </a:lnTo>
                <a:lnTo>
                  <a:pt x="56789" y="545999"/>
                </a:lnTo>
                <a:lnTo>
                  <a:pt x="67336" y="545999"/>
                </a:lnTo>
                <a:lnTo>
                  <a:pt x="86806" y="497849"/>
                </a:lnTo>
                <a:lnTo>
                  <a:pt x="90051" y="484091"/>
                </a:lnTo>
                <a:lnTo>
                  <a:pt x="109522" y="423042"/>
                </a:lnTo>
                <a:lnTo>
                  <a:pt x="107900" y="382630"/>
                </a:lnTo>
                <a:lnTo>
                  <a:pt x="103843" y="341787"/>
                </a:lnTo>
                <a:lnTo>
                  <a:pt x="114390" y="317712"/>
                </a:lnTo>
                <a:lnTo>
                  <a:pt x="124125" y="298365"/>
                </a:lnTo>
                <a:lnTo>
                  <a:pt x="123314" y="282028"/>
                </a:lnTo>
                <a:lnTo>
                  <a:pt x="128181" y="243765"/>
                </a:lnTo>
                <a:lnTo>
                  <a:pt x="131427" y="234307"/>
                </a:lnTo>
                <a:lnTo>
                  <a:pt x="142784" y="233447"/>
                </a:lnTo>
                <a:lnTo>
                  <a:pt x="167123" y="238606"/>
                </a:lnTo>
                <a:lnTo>
                  <a:pt x="184971" y="234737"/>
                </a:lnTo>
                <a:lnTo>
                  <a:pt x="206064" y="234737"/>
                </a:lnTo>
                <a:lnTo>
                  <a:pt x="221478" y="233447"/>
                </a:lnTo>
                <a:lnTo>
                  <a:pt x="231213" y="221839"/>
                </a:lnTo>
                <a:lnTo>
                  <a:pt x="244194" y="177557"/>
                </a:lnTo>
                <a:lnTo>
                  <a:pt x="252306" y="168529"/>
                </a:lnTo>
                <a:lnTo>
                  <a:pt x="258797" y="165949"/>
                </a:lnTo>
                <a:lnTo>
                  <a:pt x="277456" y="157781"/>
                </a:lnTo>
                <a:lnTo>
                  <a:pt x="292870" y="144883"/>
                </a:lnTo>
                <a:lnTo>
                  <a:pt x="305851" y="135425"/>
                </a:lnTo>
                <a:lnTo>
                  <a:pt x="309907" y="133705"/>
                </a:lnTo>
                <a:lnTo>
                  <a:pt x="323699" y="132416"/>
                </a:lnTo>
                <a:lnTo>
                  <a:pt x="336679" y="126827"/>
                </a:lnTo>
                <a:lnTo>
                  <a:pt x="343169" y="120808"/>
                </a:lnTo>
                <a:lnTo>
                  <a:pt x="360206" y="115649"/>
                </a:lnTo>
                <a:lnTo>
                  <a:pt x="376432" y="118228"/>
                </a:lnTo>
                <a:lnTo>
                  <a:pt x="387789" y="113069"/>
                </a:lnTo>
                <a:lnTo>
                  <a:pt x="395091" y="109630"/>
                </a:lnTo>
                <a:lnTo>
                  <a:pt x="404015" y="109200"/>
                </a:lnTo>
                <a:lnTo>
                  <a:pt x="411316" y="104041"/>
                </a:lnTo>
                <a:lnTo>
                  <a:pt x="414561" y="96302"/>
                </a:lnTo>
                <a:lnTo>
                  <a:pt x="419429" y="91143"/>
                </a:lnTo>
                <a:lnTo>
                  <a:pt x="432410" y="79535"/>
                </a:lnTo>
                <a:lnTo>
                  <a:pt x="438900" y="71367"/>
                </a:lnTo>
                <a:lnTo>
                  <a:pt x="441334" y="62768"/>
                </a:lnTo>
                <a:lnTo>
                  <a:pt x="443767" y="55890"/>
                </a:lnTo>
                <a:lnTo>
                  <a:pt x="449446" y="44712"/>
                </a:lnTo>
                <a:lnTo>
                  <a:pt x="472162" y="16337"/>
                </a:lnTo>
                <a:lnTo>
                  <a:pt x="491633" y="0"/>
                </a:lnTo>
                <a:lnTo>
                  <a:pt x="559780" y="143164"/>
                </a:lnTo>
                <a:lnTo>
                  <a:pt x="587363" y="227428"/>
                </a:lnTo>
                <a:lnTo>
                  <a:pt x="611701" y="315992"/>
                </a:lnTo>
                <a:lnTo>
                  <a:pt x="630361" y="448408"/>
                </a:lnTo>
                <a:lnTo>
                  <a:pt x="647397" y="515905"/>
                </a:lnTo>
                <a:lnTo>
                  <a:pt x="674981" y="545999"/>
                </a:lnTo>
                <a:lnTo>
                  <a:pt x="693640" y="545999"/>
                </a:lnTo>
                <a:lnTo>
                  <a:pt x="710677" y="545999"/>
                </a:lnTo>
                <a:lnTo>
                  <a:pt x="722035" y="545999"/>
                </a:lnTo>
                <a:lnTo>
                  <a:pt x="742317" y="545999"/>
                </a:lnTo>
                <a:lnTo>
                  <a:pt x="756920" y="545999"/>
                </a:lnTo>
                <a:lnTo>
                  <a:pt x="764221" y="545999"/>
                </a:lnTo>
                <a:lnTo>
                  <a:pt x="763410" y="545999"/>
                </a:lnTo>
                <a:lnTo>
                  <a:pt x="757731" y="545999"/>
                </a:lnTo>
                <a:lnTo>
                  <a:pt x="763410" y="545999"/>
                </a:lnTo>
                <a:lnTo>
                  <a:pt x="774768" y="545999"/>
                </a:lnTo>
                <a:lnTo>
                  <a:pt x="799917" y="545999"/>
                </a:lnTo>
                <a:lnTo>
                  <a:pt x="814520" y="545999"/>
                </a:lnTo>
                <a:lnTo>
                  <a:pt x="818576" y="545999"/>
                </a:lnTo>
                <a:lnTo>
                  <a:pt x="824255" y="545999"/>
                </a:lnTo>
                <a:lnTo>
                  <a:pt x="851027" y="545999"/>
                </a:lnTo>
                <a:lnTo>
                  <a:pt x="873743" y="545999"/>
                </a:lnTo>
                <a:lnTo>
                  <a:pt x="903760" y="545999"/>
                </a:lnTo>
                <a:lnTo>
                  <a:pt x="928099" y="545999"/>
                </a:lnTo>
                <a:lnTo>
                  <a:pt x="948380" y="545999"/>
                </a:lnTo>
                <a:lnTo>
                  <a:pt x="985699" y="545999"/>
                </a:lnTo>
                <a:lnTo>
                  <a:pt x="1070072" y="545999"/>
                </a:lnTo>
                <a:lnTo>
                  <a:pt x="1139030" y="545999"/>
                </a:lnTo>
                <a:lnTo>
                  <a:pt x="1178783" y="545999"/>
                </a:lnTo>
                <a:lnTo>
                  <a:pt x="1311020" y="545999"/>
                </a:lnTo>
                <a:lnTo>
                  <a:pt x="1333736" y="545999"/>
                </a:lnTo>
                <a:lnTo>
                  <a:pt x="1345905" y="545999"/>
                </a:lnTo>
                <a:lnTo>
                  <a:pt x="1373489" y="545999"/>
                </a:lnTo>
                <a:lnTo>
                  <a:pt x="1421354" y="545999"/>
                </a:lnTo>
                <a:lnTo>
                  <a:pt x="1435145" y="545999"/>
                </a:lnTo>
                <a:lnTo>
                  <a:pt x="1474087" y="545999"/>
                </a:lnTo>
                <a:lnTo>
                  <a:pt x="1481388" y="545999"/>
                </a:lnTo>
                <a:lnTo>
                  <a:pt x="1500047" y="545999"/>
                </a:lnTo>
                <a:lnTo>
                  <a:pt x="1507349" y="545999"/>
                </a:lnTo>
                <a:lnTo>
                  <a:pt x="1482199" y="545999"/>
                </a:lnTo>
                <a:lnTo>
                  <a:pt x="1454616" y="545999"/>
                </a:lnTo>
                <a:lnTo>
                  <a:pt x="1451371" y="545999"/>
                </a:lnTo>
                <a:lnTo>
                  <a:pt x="1441636" y="545999"/>
                </a:lnTo>
                <a:lnTo>
                  <a:pt x="1428655" y="545999"/>
                </a:lnTo>
                <a:lnTo>
                  <a:pt x="1414864" y="545999"/>
                </a:lnTo>
                <a:lnTo>
                  <a:pt x="1406751" y="545999"/>
                </a:lnTo>
                <a:lnTo>
                  <a:pt x="1363753" y="545999"/>
                </a:lnTo>
                <a:lnTo>
                  <a:pt x="1357263" y="545999"/>
                </a:lnTo>
                <a:lnTo>
                  <a:pt x="1348339" y="545999"/>
                </a:lnTo>
                <a:lnTo>
                  <a:pt x="1341038" y="545999"/>
                </a:lnTo>
                <a:lnTo>
                  <a:pt x="1321567" y="545999"/>
                </a:lnTo>
                <a:lnTo>
                  <a:pt x="1306964" y="545999"/>
                </a:lnTo>
                <a:lnTo>
                  <a:pt x="1285871" y="545999"/>
                </a:lnTo>
                <a:lnTo>
                  <a:pt x="1266400" y="545999"/>
                </a:lnTo>
                <a:lnTo>
                  <a:pt x="1245307" y="545999"/>
                </a:lnTo>
                <a:lnTo>
                  <a:pt x="1224214" y="545999"/>
                </a:lnTo>
                <a:lnTo>
                  <a:pt x="1203121" y="545999"/>
                </a:lnTo>
                <a:lnTo>
                  <a:pt x="1171481" y="545999"/>
                </a:lnTo>
                <a:lnTo>
                  <a:pt x="1112258" y="545999"/>
                </a:lnTo>
                <a:lnTo>
                  <a:pt x="1057903" y="545999"/>
                </a:lnTo>
                <a:lnTo>
                  <a:pt x="1016528" y="545999"/>
                </a:lnTo>
                <a:lnTo>
                  <a:pt x="989755" y="545999"/>
                </a:lnTo>
                <a:lnTo>
                  <a:pt x="978398" y="545999"/>
                </a:lnTo>
                <a:lnTo>
                  <a:pt x="923231" y="545999"/>
                </a:lnTo>
                <a:lnTo>
                  <a:pt x="885101" y="545999"/>
                </a:lnTo>
                <a:lnTo>
                  <a:pt x="855084" y="545999"/>
                </a:lnTo>
                <a:lnTo>
                  <a:pt x="837236" y="545999"/>
                </a:lnTo>
                <a:lnTo>
                  <a:pt x="819388" y="545999"/>
                </a:lnTo>
                <a:lnTo>
                  <a:pt x="781258" y="545999"/>
                </a:lnTo>
                <a:lnTo>
                  <a:pt x="750429" y="545999"/>
                </a:lnTo>
                <a:lnTo>
                  <a:pt x="737449" y="545999"/>
                </a:lnTo>
                <a:lnTo>
                  <a:pt x="716356" y="545999"/>
                </a:lnTo>
                <a:lnTo>
                  <a:pt x="699319" y="545999"/>
                </a:lnTo>
                <a:lnTo>
                  <a:pt x="680660" y="545999"/>
                </a:lnTo>
                <a:lnTo>
                  <a:pt x="640907" y="545999"/>
                </a:lnTo>
                <a:lnTo>
                  <a:pt x="624682" y="545999"/>
                </a:lnTo>
                <a:lnTo>
                  <a:pt x="615758" y="545999"/>
                </a:lnTo>
                <a:lnTo>
                  <a:pt x="610079" y="545999"/>
                </a:lnTo>
                <a:lnTo>
                  <a:pt x="596287" y="545999"/>
                </a:lnTo>
                <a:lnTo>
                  <a:pt x="584929" y="545999"/>
                </a:lnTo>
                <a:lnTo>
                  <a:pt x="579250" y="545999"/>
                </a:lnTo>
                <a:lnTo>
                  <a:pt x="537875" y="545999"/>
                </a:lnTo>
                <a:lnTo>
                  <a:pt x="468106" y="545999"/>
                </a:lnTo>
                <a:lnTo>
                  <a:pt x="451880" y="545999"/>
                </a:lnTo>
                <a:lnTo>
                  <a:pt x="439711" y="545999"/>
                </a:lnTo>
                <a:lnTo>
                  <a:pt x="404015" y="545999"/>
                </a:lnTo>
                <a:lnTo>
                  <a:pt x="394280" y="545999"/>
                </a:lnTo>
                <a:lnTo>
                  <a:pt x="386167" y="545999"/>
                </a:lnTo>
                <a:lnTo>
                  <a:pt x="369941" y="545999"/>
                </a:lnTo>
                <a:lnTo>
                  <a:pt x="355338" y="545999"/>
                </a:lnTo>
                <a:lnTo>
                  <a:pt x="341547" y="545999"/>
                </a:lnTo>
                <a:lnTo>
                  <a:pt x="328566" y="545999"/>
                </a:lnTo>
                <a:lnTo>
                  <a:pt x="313963" y="545999"/>
                </a:lnTo>
                <a:lnTo>
                  <a:pt x="288814" y="545999"/>
                </a:lnTo>
                <a:lnTo>
                  <a:pt x="275022" y="545999"/>
                </a:lnTo>
                <a:lnTo>
                  <a:pt x="257985" y="545999"/>
                </a:lnTo>
                <a:lnTo>
                  <a:pt x="252306" y="545999"/>
                </a:lnTo>
                <a:lnTo>
                  <a:pt x="243382" y="545999"/>
                </a:lnTo>
                <a:lnTo>
                  <a:pt x="208498" y="545999"/>
                </a:lnTo>
                <a:lnTo>
                  <a:pt x="187404" y="545999"/>
                </a:lnTo>
                <a:lnTo>
                  <a:pt x="171179" y="545999"/>
                </a:lnTo>
                <a:lnTo>
                  <a:pt x="159010" y="545999"/>
                </a:lnTo>
                <a:lnTo>
                  <a:pt x="151708" y="545999"/>
                </a:lnTo>
                <a:lnTo>
                  <a:pt x="143596" y="545999"/>
                </a:lnTo>
                <a:lnTo>
                  <a:pt x="134672" y="545999"/>
                </a:lnTo>
                <a:lnTo>
                  <a:pt x="116012" y="545999"/>
                </a:lnTo>
                <a:lnTo>
                  <a:pt x="86806" y="545999"/>
                </a:lnTo>
                <a:lnTo>
                  <a:pt x="56789" y="545999"/>
                </a:lnTo>
                <a:lnTo>
                  <a:pt x="25961" y="545999"/>
                </a:lnTo>
                <a:lnTo>
                  <a:pt x="21904" y="545999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719817" y="5731205"/>
            <a:ext cx="25961" cy="29234"/>
          </a:xfrm>
          <a:custGeom>
            <a:avLst/>
            <a:gdLst/>
            <a:ahLst/>
            <a:cxnLst/>
            <a:rect l="l" t="t" r="r" b="b"/>
            <a:pathLst>
              <a:path w="25961" h="29234">
                <a:moveTo>
                  <a:pt x="18660" y="5159"/>
                </a:moveTo>
                <a:lnTo>
                  <a:pt x="25961" y="29234"/>
                </a:lnTo>
                <a:lnTo>
                  <a:pt x="4057" y="20206"/>
                </a:lnTo>
                <a:lnTo>
                  <a:pt x="0" y="15047"/>
                </a:lnTo>
                <a:lnTo>
                  <a:pt x="9736" y="5589"/>
                </a:lnTo>
                <a:lnTo>
                  <a:pt x="12170" y="0"/>
                </a:lnTo>
                <a:lnTo>
                  <a:pt x="18660" y="5159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7707648" y="5784085"/>
            <a:ext cx="105466" cy="22355"/>
          </a:xfrm>
          <a:custGeom>
            <a:avLst/>
            <a:gdLst/>
            <a:ahLst/>
            <a:cxnLst/>
            <a:rect l="l" t="t" r="r" b="b"/>
            <a:pathLst>
              <a:path w="105466" h="22355">
                <a:moveTo>
                  <a:pt x="45432" y="22355"/>
                </a:moveTo>
                <a:lnTo>
                  <a:pt x="54356" y="22355"/>
                </a:lnTo>
                <a:lnTo>
                  <a:pt x="60846" y="22355"/>
                </a:lnTo>
                <a:lnTo>
                  <a:pt x="66525" y="22355"/>
                </a:lnTo>
                <a:lnTo>
                  <a:pt x="69770" y="22355"/>
                </a:lnTo>
                <a:lnTo>
                  <a:pt x="105466" y="22355"/>
                </a:lnTo>
                <a:lnTo>
                  <a:pt x="103032" y="22355"/>
                </a:lnTo>
                <a:lnTo>
                  <a:pt x="81939" y="22355"/>
                </a:lnTo>
                <a:lnTo>
                  <a:pt x="57601" y="22355"/>
                </a:lnTo>
                <a:lnTo>
                  <a:pt x="34885" y="22355"/>
                </a:lnTo>
                <a:lnTo>
                  <a:pt x="8113" y="22355"/>
                </a:lnTo>
                <a:lnTo>
                  <a:pt x="1623" y="22355"/>
                </a:lnTo>
                <a:lnTo>
                  <a:pt x="18660" y="22355"/>
                </a:lnTo>
                <a:lnTo>
                  <a:pt x="27584" y="22355"/>
                </a:lnTo>
                <a:lnTo>
                  <a:pt x="29206" y="22355"/>
                </a:lnTo>
                <a:lnTo>
                  <a:pt x="17037" y="22355"/>
                </a:lnTo>
                <a:lnTo>
                  <a:pt x="0" y="22355"/>
                </a:lnTo>
                <a:lnTo>
                  <a:pt x="812" y="22355"/>
                </a:lnTo>
                <a:lnTo>
                  <a:pt x="8924" y="20636"/>
                </a:lnTo>
                <a:lnTo>
                  <a:pt x="13792" y="15477"/>
                </a:lnTo>
                <a:lnTo>
                  <a:pt x="3245" y="0"/>
                </a:lnTo>
                <a:lnTo>
                  <a:pt x="22716" y="3869"/>
                </a:lnTo>
                <a:lnTo>
                  <a:pt x="34885" y="12898"/>
                </a:lnTo>
                <a:lnTo>
                  <a:pt x="42998" y="22355"/>
                </a:lnTo>
                <a:lnTo>
                  <a:pt x="45432" y="22355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1167736" y="3032159"/>
            <a:ext cx="222289" cy="104041"/>
          </a:xfrm>
          <a:custGeom>
            <a:avLst/>
            <a:gdLst/>
            <a:ahLst/>
            <a:cxnLst/>
            <a:rect l="l" t="t" r="r" b="b"/>
            <a:pathLst>
              <a:path w="222289" h="104041">
                <a:moveTo>
                  <a:pt x="201196" y="20206"/>
                </a:moveTo>
                <a:lnTo>
                  <a:pt x="180103" y="49871"/>
                </a:lnTo>
                <a:lnTo>
                  <a:pt x="148463" y="74806"/>
                </a:lnTo>
                <a:lnTo>
                  <a:pt x="134672" y="67068"/>
                </a:lnTo>
                <a:lnTo>
                  <a:pt x="124937" y="67068"/>
                </a:lnTo>
                <a:lnTo>
                  <a:pt x="102221" y="76956"/>
                </a:lnTo>
                <a:lnTo>
                  <a:pt x="85995" y="78246"/>
                </a:lnTo>
                <a:lnTo>
                  <a:pt x="55978" y="95443"/>
                </a:lnTo>
                <a:lnTo>
                  <a:pt x="29206" y="104041"/>
                </a:lnTo>
                <a:lnTo>
                  <a:pt x="10547" y="103181"/>
                </a:lnTo>
                <a:lnTo>
                  <a:pt x="4057" y="101461"/>
                </a:lnTo>
                <a:lnTo>
                  <a:pt x="0" y="89854"/>
                </a:lnTo>
                <a:lnTo>
                  <a:pt x="0" y="85554"/>
                </a:lnTo>
                <a:lnTo>
                  <a:pt x="12169" y="87704"/>
                </a:lnTo>
                <a:lnTo>
                  <a:pt x="53544" y="72227"/>
                </a:lnTo>
                <a:lnTo>
                  <a:pt x="105466" y="47291"/>
                </a:lnTo>
                <a:lnTo>
                  <a:pt x="110334" y="36113"/>
                </a:lnTo>
                <a:lnTo>
                  <a:pt x="102221" y="17627"/>
                </a:lnTo>
                <a:lnTo>
                  <a:pt x="104655" y="13757"/>
                </a:lnTo>
                <a:lnTo>
                  <a:pt x="137917" y="22786"/>
                </a:lnTo>
                <a:lnTo>
                  <a:pt x="175236" y="4729"/>
                </a:lnTo>
                <a:lnTo>
                  <a:pt x="206875" y="0"/>
                </a:lnTo>
                <a:lnTo>
                  <a:pt x="222289" y="12468"/>
                </a:lnTo>
                <a:lnTo>
                  <a:pt x="201196" y="20206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8627634" y="1645920"/>
            <a:ext cx="2848086" cy="1857003"/>
          </a:xfrm>
          <a:custGeom>
            <a:avLst/>
            <a:gdLst/>
            <a:ahLst/>
            <a:cxnLst/>
            <a:rect l="l" t="t" r="r" b="b"/>
            <a:pathLst>
              <a:path w="2848086" h="1857003">
                <a:moveTo>
                  <a:pt x="2229384" y="0"/>
                </a:moveTo>
                <a:lnTo>
                  <a:pt x="2291852" y="0"/>
                </a:lnTo>
                <a:lnTo>
                  <a:pt x="2316190" y="0"/>
                </a:lnTo>
                <a:lnTo>
                  <a:pt x="2351886" y="0"/>
                </a:lnTo>
                <a:lnTo>
                  <a:pt x="2378658" y="0"/>
                </a:lnTo>
                <a:lnTo>
                  <a:pt x="2392450" y="0"/>
                </a:lnTo>
                <a:lnTo>
                  <a:pt x="2406242" y="0"/>
                </a:lnTo>
                <a:lnTo>
                  <a:pt x="2415977" y="0"/>
                </a:lnTo>
                <a:lnTo>
                  <a:pt x="2439504" y="0"/>
                </a:lnTo>
                <a:lnTo>
                  <a:pt x="2450862" y="0"/>
                </a:lnTo>
                <a:lnTo>
                  <a:pt x="2490614" y="0"/>
                </a:lnTo>
                <a:lnTo>
                  <a:pt x="2524688" y="0"/>
                </a:lnTo>
                <a:lnTo>
                  <a:pt x="2559573" y="0"/>
                </a:lnTo>
                <a:lnTo>
                  <a:pt x="2604193" y="0"/>
                </a:lnTo>
                <a:lnTo>
                  <a:pt x="2663416" y="0"/>
                </a:lnTo>
                <a:lnTo>
                  <a:pt x="2710470" y="0"/>
                </a:lnTo>
                <a:lnTo>
                  <a:pt x="2737242" y="0"/>
                </a:lnTo>
                <a:lnTo>
                  <a:pt x="2750222" y="0"/>
                </a:lnTo>
                <a:lnTo>
                  <a:pt x="2759958" y="0"/>
                </a:lnTo>
                <a:lnTo>
                  <a:pt x="2765637" y="0"/>
                </a:lnTo>
                <a:lnTo>
                  <a:pt x="2772127" y="0"/>
                </a:lnTo>
                <a:lnTo>
                  <a:pt x="2781862" y="0"/>
                </a:lnTo>
                <a:lnTo>
                  <a:pt x="2798088" y="0"/>
                </a:lnTo>
                <a:lnTo>
                  <a:pt x="2821615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0"/>
                </a:lnTo>
                <a:lnTo>
                  <a:pt x="2848086" y="173"/>
                </a:lnTo>
                <a:lnTo>
                  <a:pt x="2848086" y="87017"/>
                </a:lnTo>
                <a:lnTo>
                  <a:pt x="2848086" y="106793"/>
                </a:lnTo>
                <a:lnTo>
                  <a:pt x="2848086" y="151935"/>
                </a:lnTo>
                <a:lnTo>
                  <a:pt x="2848086" y="179020"/>
                </a:lnTo>
                <a:lnTo>
                  <a:pt x="2848086" y="214274"/>
                </a:lnTo>
                <a:lnTo>
                  <a:pt x="2848086" y="232760"/>
                </a:lnTo>
                <a:lnTo>
                  <a:pt x="2848086" y="273603"/>
                </a:lnTo>
                <a:lnTo>
                  <a:pt x="2848086" y="276612"/>
                </a:lnTo>
                <a:lnTo>
                  <a:pt x="2848086" y="284351"/>
                </a:lnTo>
                <a:lnTo>
                  <a:pt x="2848086" y="291659"/>
                </a:lnTo>
                <a:lnTo>
                  <a:pt x="2848086" y="301548"/>
                </a:lnTo>
                <a:lnTo>
                  <a:pt x="2848086" y="325623"/>
                </a:lnTo>
                <a:lnTo>
                  <a:pt x="2848086" y="378074"/>
                </a:lnTo>
                <a:lnTo>
                  <a:pt x="2848086" y="417626"/>
                </a:lnTo>
                <a:lnTo>
                  <a:pt x="2848086" y="437833"/>
                </a:lnTo>
                <a:lnTo>
                  <a:pt x="2848086" y="495442"/>
                </a:lnTo>
                <a:lnTo>
                  <a:pt x="2848086" y="553911"/>
                </a:lnTo>
                <a:lnTo>
                  <a:pt x="2848086" y="611951"/>
                </a:lnTo>
                <a:lnTo>
                  <a:pt x="2848086" y="679019"/>
                </a:lnTo>
                <a:lnTo>
                  <a:pt x="2848086" y="727170"/>
                </a:lnTo>
                <a:lnTo>
                  <a:pt x="2848086" y="757264"/>
                </a:lnTo>
                <a:lnTo>
                  <a:pt x="2848086" y="799396"/>
                </a:lnTo>
                <a:lnTo>
                  <a:pt x="2848086" y="809285"/>
                </a:lnTo>
                <a:lnTo>
                  <a:pt x="2848086" y="826052"/>
                </a:lnTo>
                <a:lnTo>
                  <a:pt x="2848086" y="890110"/>
                </a:lnTo>
                <a:lnTo>
                  <a:pt x="2848086" y="923644"/>
                </a:lnTo>
                <a:lnTo>
                  <a:pt x="2848086" y="942990"/>
                </a:lnTo>
                <a:lnTo>
                  <a:pt x="2848086" y="973945"/>
                </a:lnTo>
                <a:lnTo>
                  <a:pt x="2848086" y="1004039"/>
                </a:lnTo>
                <a:lnTo>
                  <a:pt x="2848086" y="1017796"/>
                </a:lnTo>
                <a:lnTo>
                  <a:pt x="2848086" y="1020806"/>
                </a:lnTo>
                <a:lnTo>
                  <a:pt x="2848086" y="1036283"/>
                </a:lnTo>
                <a:lnTo>
                  <a:pt x="2848086" y="1049181"/>
                </a:lnTo>
                <a:lnTo>
                  <a:pt x="2848086" y="1080995"/>
                </a:lnTo>
                <a:lnTo>
                  <a:pt x="2848086" y="1076696"/>
                </a:lnTo>
                <a:lnTo>
                  <a:pt x="2848086" y="1076696"/>
                </a:lnTo>
                <a:lnTo>
                  <a:pt x="2848086" y="1078845"/>
                </a:lnTo>
                <a:lnTo>
                  <a:pt x="2848086" y="1089163"/>
                </a:lnTo>
                <a:lnTo>
                  <a:pt x="2848086" y="1138604"/>
                </a:lnTo>
                <a:lnTo>
                  <a:pt x="2848086" y="1188475"/>
                </a:lnTo>
                <a:lnTo>
                  <a:pt x="2848086" y="1263711"/>
                </a:lnTo>
                <a:lnTo>
                  <a:pt x="2848086" y="1276609"/>
                </a:lnTo>
                <a:lnTo>
                  <a:pt x="2848086" y="1298535"/>
                </a:lnTo>
                <a:lnTo>
                  <a:pt x="2848086" y="1312293"/>
                </a:lnTo>
                <a:lnTo>
                  <a:pt x="2848086" y="1320891"/>
                </a:lnTo>
                <a:lnTo>
                  <a:pt x="2848086" y="1324760"/>
                </a:lnTo>
                <a:lnTo>
                  <a:pt x="2848086" y="1329919"/>
                </a:lnTo>
                <a:lnTo>
                  <a:pt x="2848086" y="1332929"/>
                </a:lnTo>
                <a:lnTo>
                  <a:pt x="2848086" y="1324330"/>
                </a:lnTo>
                <a:lnTo>
                  <a:pt x="2848086" y="1326480"/>
                </a:lnTo>
                <a:lnTo>
                  <a:pt x="2848086" y="1335508"/>
                </a:lnTo>
                <a:lnTo>
                  <a:pt x="2848086" y="1349266"/>
                </a:lnTo>
                <a:lnTo>
                  <a:pt x="2848086" y="1356145"/>
                </a:lnTo>
                <a:lnTo>
                  <a:pt x="2848086" y="1367752"/>
                </a:lnTo>
                <a:lnTo>
                  <a:pt x="2848086" y="1387099"/>
                </a:lnTo>
                <a:lnTo>
                  <a:pt x="2848086" y="1416763"/>
                </a:lnTo>
                <a:lnTo>
                  <a:pt x="2848086" y="1420203"/>
                </a:lnTo>
                <a:lnTo>
                  <a:pt x="2848086" y="1427082"/>
                </a:lnTo>
                <a:lnTo>
                  <a:pt x="2848086" y="1469644"/>
                </a:lnTo>
                <a:lnTo>
                  <a:pt x="2848086" y="1473513"/>
                </a:lnTo>
                <a:lnTo>
                  <a:pt x="2848086" y="1477812"/>
                </a:lnTo>
                <a:lnTo>
                  <a:pt x="2848086" y="1475233"/>
                </a:lnTo>
                <a:lnTo>
                  <a:pt x="2848086" y="1476093"/>
                </a:lnTo>
                <a:lnTo>
                  <a:pt x="2848086" y="1487270"/>
                </a:lnTo>
                <a:lnTo>
                  <a:pt x="2848086" y="1495439"/>
                </a:lnTo>
                <a:lnTo>
                  <a:pt x="2848086" y="1500168"/>
                </a:lnTo>
                <a:lnTo>
                  <a:pt x="2848086" y="1513066"/>
                </a:lnTo>
                <a:lnTo>
                  <a:pt x="2848086" y="1528543"/>
                </a:lnTo>
                <a:lnTo>
                  <a:pt x="2848086" y="1543160"/>
                </a:lnTo>
                <a:lnTo>
                  <a:pt x="2848086" y="1546170"/>
                </a:lnTo>
                <a:lnTo>
                  <a:pt x="2848086" y="1543160"/>
                </a:lnTo>
                <a:lnTo>
                  <a:pt x="2848086" y="1555628"/>
                </a:lnTo>
                <a:lnTo>
                  <a:pt x="2848086" y="1574545"/>
                </a:lnTo>
                <a:lnTo>
                  <a:pt x="2848086" y="1578414"/>
                </a:lnTo>
                <a:lnTo>
                  <a:pt x="2848086" y="1593461"/>
                </a:lnTo>
                <a:lnTo>
                  <a:pt x="2848086" y="1635593"/>
                </a:lnTo>
                <a:lnTo>
                  <a:pt x="2848086" y="1673426"/>
                </a:lnTo>
                <a:lnTo>
                  <a:pt x="2848086" y="1678585"/>
                </a:lnTo>
                <a:lnTo>
                  <a:pt x="2848086" y="1691913"/>
                </a:lnTo>
                <a:lnTo>
                  <a:pt x="2848086" y="1696212"/>
                </a:lnTo>
                <a:lnTo>
                  <a:pt x="2848086" y="1710830"/>
                </a:lnTo>
                <a:lnTo>
                  <a:pt x="2848086" y="1737485"/>
                </a:lnTo>
                <a:lnTo>
                  <a:pt x="2848086" y="1811431"/>
                </a:lnTo>
                <a:lnTo>
                  <a:pt x="2848086" y="1832067"/>
                </a:lnTo>
                <a:lnTo>
                  <a:pt x="2848086" y="1833787"/>
                </a:lnTo>
                <a:lnTo>
                  <a:pt x="2848086" y="1844105"/>
                </a:lnTo>
                <a:lnTo>
                  <a:pt x="2848086" y="1857003"/>
                </a:lnTo>
                <a:lnTo>
                  <a:pt x="2848086" y="1847115"/>
                </a:lnTo>
                <a:lnTo>
                  <a:pt x="2848086" y="1836796"/>
                </a:lnTo>
                <a:lnTo>
                  <a:pt x="2848086" y="1812291"/>
                </a:lnTo>
                <a:lnTo>
                  <a:pt x="2848086" y="1800253"/>
                </a:lnTo>
                <a:lnTo>
                  <a:pt x="2848086" y="1779617"/>
                </a:lnTo>
                <a:lnTo>
                  <a:pt x="2848086" y="1774028"/>
                </a:lnTo>
                <a:lnTo>
                  <a:pt x="2848086" y="1804982"/>
                </a:lnTo>
                <a:lnTo>
                  <a:pt x="2848086" y="1786926"/>
                </a:lnTo>
                <a:lnTo>
                  <a:pt x="2848086" y="1792515"/>
                </a:lnTo>
                <a:lnTo>
                  <a:pt x="2848086" y="1783056"/>
                </a:lnTo>
                <a:lnTo>
                  <a:pt x="2848086" y="1782196"/>
                </a:lnTo>
                <a:lnTo>
                  <a:pt x="2848086" y="1762850"/>
                </a:lnTo>
                <a:lnTo>
                  <a:pt x="2848086" y="1776178"/>
                </a:lnTo>
                <a:lnTo>
                  <a:pt x="2848086" y="1778757"/>
                </a:lnTo>
                <a:lnTo>
                  <a:pt x="2848086" y="1744793"/>
                </a:lnTo>
                <a:lnTo>
                  <a:pt x="2848086" y="1735335"/>
                </a:lnTo>
                <a:lnTo>
                  <a:pt x="2848086" y="1738345"/>
                </a:lnTo>
                <a:lnTo>
                  <a:pt x="2848086" y="1735765"/>
                </a:lnTo>
                <a:lnTo>
                  <a:pt x="2848086" y="1723297"/>
                </a:lnTo>
                <a:lnTo>
                  <a:pt x="2848086" y="1710830"/>
                </a:lnTo>
                <a:lnTo>
                  <a:pt x="2848086" y="1720288"/>
                </a:lnTo>
                <a:lnTo>
                  <a:pt x="2848086" y="1702661"/>
                </a:lnTo>
                <a:lnTo>
                  <a:pt x="2848086" y="1686324"/>
                </a:lnTo>
                <a:lnTo>
                  <a:pt x="2848086" y="1654510"/>
                </a:lnTo>
                <a:lnTo>
                  <a:pt x="2848086" y="1625275"/>
                </a:lnTo>
                <a:lnTo>
                  <a:pt x="2848086" y="1595181"/>
                </a:lnTo>
                <a:lnTo>
                  <a:pt x="2848086" y="1542300"/>
                </a:lnTo>
                <a:lnTo>
                  <a:pt x="2848086" y="1466204"/>
                </a:lnTo>
                <a:lnTo>
                  <a:pt x="2848086" y="1436110"/>
                </a:lnTo>
                <a:lnTo>
                  <a:pt x="2848086" y="1410315"/>
                </a:lnTo>
                <a:lnTo>
                  <a:pt x="2848086" y="1388389"/>
                </a:lnTo>
                <a:lnTo>
                  <a:pt x="2848086" y="1364743"/>
                </a:lnTo>
                <a:lnTo>
                  <a:pt x="2848086" y="1355285"/>
                </a:lnTo>
                <a:lnTo>
                  <a:pt x="2779428" y="1337228"/>
                </a:lnTo>
                <a:lnTo>
                  <a:pt x="2763203" y="1339808"/>
                </a:lnTo>
                <a:lnTo>
                  <a:pt x="2725884" y="1351415"/>
                </a:lnTo>
                <a:lnTo>
                  <a:pt x="2686132" y="1377641"/>
                </a:lnTo>
                <a:lnTo>
                  <a:pt x="2620418" y="1392258"/>
                </a:lnTo>
                <a:lnTo>
                  <a:pt x="2606627" y="1403436"/>
                </a:lnTo>
                <a:lnTo>
                  <a:pt x="2590401" y="1428801"/>
                </a:lnTo>
                <a:lnTo>
                  <a:pt x="2569308" y="1443848"/>
                </a:lnTo>
                <a:lnTo>
                  <a:pt x="2540102" y="1439979"/>
                </a:lnTo>
                <a:lnTo>
                  <a:pt x="2508462" y="1455026"/>
                </a:lnTo>
                <a:lnTo>
                  <a:pt x="2450051" y="1496729"/>
                </a:lnTo>
                <a:lnTo>
                  <a:pt x="2419222" y="1509196"/>
                </a:lnTo>
                <a:lnTo>
                  <a:pt x="2393261" y="1508337"/>
                </a:lnTo>
                <a:lnTo>
                  <a:pt x="2365678" y="1488560"/>
                </a:lnTo>
                <a:lnTo>
                  <a:pt x="2304021" y="1461905"/>
                </a:lnTo>
                <a:lnTo>
                  <a:pt x="2264269" y="1453307"/>
                </a:lnTo>
                <a:lnTo>
                  <a:pt x="2208291" y="1459326"/>
                </a:lnTo>
                <a:lnTo>
                  <a:pt x="2182330" y="1454596"/>
                </a:lnTo>
                <a:lnTo>
                  <a:pt x="2136898" y="1423642"/>
                </a:lnTo>
                <a:lnTo>
                  <a:pt x="2125541" y="1400856"/>
                </a:lnTo>
                <a:lnTo>
                  <a:pt x="2099580" y="1385809"/>
                </a:lnTo>
                <a:lnTo>
                  <a:pt x="2019264" y="1351845"/>
                </a:lnTo>
                <a:lnTo>
                  <a:pt x="1953550" y="1306704"/>
                </a:lnTo>
                <a:lnTo>
                  <a:pt x="1941381" y="1289937"/>
                </a:lnTo>
                <a:lnTo>
                  <a:pt x="1933268" y="1264571"/>
                </a:lnTo>
                <a:lnTo>
                  <a:pt x="1904874" y="1234047"/>
                </a:lnTo>
                <a:lnTo>
                  <a:pt x="1840783" y="1209111"/>
                </a:lnTo>
                <a:lnTo>
                  <a:pt x="1804276" y="1182886"/>
                </a:lnTo>
                <a:lnTo>
                  <a:pt x="1762089" y="1176867"/>
                </a:lnTo>
                <a:lnTo>
                  <a:pt x="1722337" y="1177727"/>
                </a:lnTo>
                <a:lnTo>
                  <a:pt x="1705300" y="1172998"/>
                </a:lnTo>
                <a:lnTo>
                  <a:pt x="1689075" y="1161390"/>
                </a:lnTo>
                <a:lnTo>
                  <a:pt x="1634719" y="1106790"/>
                </a:lnTo>
                <a:lnTo>
                  <a:pt x="1634719" y="1084864"/>
                </a:lnTo>
                <a:lnTo>
                  <a:pt x="1601457" y="1031554"/>
                </a:lnTo>
                <a:lnTo>
                  <a:pt x="1593344" y="1012208"/>
                </a:lnTo>
                <a:lnTo>
                  <a:pt x="1586043" y="959327"/>
                </a:lnTo>
                <a:lnTo>
                  <a:pt x="1577119" y="945570"/>
                </a:lnTo>
                <a:lnTo>
                  <a:pt x="1542234" y="923644"/>
                </a:lnTo>
                <a:lnTo>
                  <a:pt x="1536555" y="909456"/>
                </a:lnTo>
                <a:lnTo>
                  <a:pt x="1544668" y="890540"/>
                </a:lnTo>
                <a:lnTo>
                  <a:pt x="1544668" y="875922"/>
                </a:lnTo>
                <a:lnTo>
                  <a:pt x="1526008" y="862595"/>
                </a:lnTo>
                <a:lnTo>
                  <a:pt x="1499236" y="855286"/>
                </a:lnTo>
                <a:lnTo>
                  <a:pt x="1492746" y="838949"/>
                </a:lnTo>
                <a:lnTo>
                  <a:pt x="1497614" y="807565"/>
                </a:lnTo>
                <a:lnTo>
                  <a:pt x="1493557" y="787359"/>
                </a:lnTo>
                <a:lnTo>
                  <a:pt x="1469219" y="755974"/>
                </a:lnTo>
                <a:lnTo>
                  <a:pt x="1434334" y="723300"/>
                </a:lnTo>
                <a:lnTo>
                  <a:pt x="1398638" y="675579"/>
                </a:lnTo>
                <a:lnTo>
                  <a:pt x="1384847" y="663541"/>
                </a:lnTo>
                <a:lnTo>
                  <a:pt x="1375923" y="632157"/>
                </a:lnTo>
                <a:lnTo>
                  <a:pt x="1362942" y="594754"/>
                </a:lnTo>
                <a:lnTo>
                  <a:pt x="1343472" y="592174"/>
                </a:lnTo>
                <a:lnTo>
                  <a:pt x="1246930" y="636886"/>
                </a:lnTo>
                <a:lnTo>
                  <a:pt x="1218535" y="611521"/>
                </a:lnTo>
                <a:lnTo>
                  <a:pt x="1134163" y="567669"/>
                </a:lnTo>
                <a:lnTo>
                  <a:pt x="1127672" y="561220"/>
                </a:lnTo>
                <a:lnTo>
                  <a:pt x="1121993" y="551332"/>
                </a:lnTo>
                <a:lnTo>
                  <a:pt x="1132540" y="545313"/>
                </a:lnTo>
                <a:lnTo>
                  <a:pt x="1143087" y="543163"/>
                </a:lnTo>
                <a:lnTo>
                  <a:pt x="1164180" y="550902"/>
                </a:lnTo>
                <a:lnTo>
                  <a:pt x="1177160" y="541874"/>
                </a:lnTo>
                <a:lnTo>
                  <a:pt x="1172293" y="526826"/>
                </a:lnTo>
                <a:lnTo>
                  <a:pt x="1151199" y="517798"/>
                </a:lnTo>
                <a:lnTo>
                  <a:pt x="1121993" y="518658"/>
                </a:lnTo>
                <a:lnTo>
                  <a:pt x="1130106" y="532415"/>
                </a:lnTo>
                <a:lnTo>
                  <a:pt x="1102523" y="545313"/>
                </a:lnTo>
                <a:lnTo>
                  <a:pt x="1096844" y="562940"/>
                </a:lnTo>
                <a:lnTo>
                  <a:pt x="1100900" y="584006"/>
                </a:lnTo>
                <a:lnTo>
                  <a:pt x="1103334" y="614100"/>
                </a:lnTo>
                <a:lnTo>
                  <a:pt x="1091976" y="628288"/>
                </a:lnTo>
                <a:lnTo>
                  <a:pt x="1083864" y="635167"/>
                </a:lnTo>
                <a:lnTo>
                  <a:pt x="1047356" y="636886"/>
                </a:lnTo>
                <a:lnTo>
                  <a:pt x="1030319" y="650214"/>
                </a:lnTo>
                <a:lnTo>
                  <a:pt x="1018962" y="653223"/>
                </a:lnTo>
                <a:lnTo>
                  <a:pt x="1004359" y="642905"/>
                </a:lnTo>
                <a:lnTo>
                  <a:pt x="993812" y="634737"/>
                </a:lnTo>
                <a:lnTo>
                  <a:pt x="985699" y="616680"/>
                </a:lnTo>
                <a:lnTo>
                  <a:pt x="983265" y="604212"/>
                </a:lnTo>
                <a:lnTo>
                  <a:pt x="986511" y="597334"/>
                </a:lnTo>
                <a:lnTo>
                  <a:pt x="982454" y="587015"/>
                </a:lnTo>
                <a:lnTo>
                  <a:pt x="971096" y="573258"/>
                </a:lnTo>
                <a:lnTo>
                  <a:pt x="958927" y="565519"/>
                </a:lnTo>
                <a:lnTo>
                  <a:pt x="947569" y="564230"/>
                </a:lnTo>
                <a:lnTo>
                  <a:pt x="937023" y="556061"/>
                </a:lnTo>
                <a:lnTo>
                  <a:pt x="929721" y="540584"/>
                </a:lnTo>
                <a:lnTo>
                  <a:pt x="911062" y="530696"/>
                </a:lnTo>
                <a:lnTo>
                  <a:pt x="899704" y="528546"/>
                </a:lnTo>
                <a:lnTo>
                  <a:pt x="898893" y="481255"/>
                </a:lnTo>
                <a:lnTo>
                  <a:pt x="898893" y="439982"/>
                </a:lnTo>
                <a:lnTo>
                  <a:pt x="898893" y="398710"/>
                </a:lnTo>
                <a:lnTo>
                  <a:pt x="859140" y="396990"/>
                </a:lnTo>
                <a:lnTo>
                  <a:pt x="824256" y="395700"/>
                </a:lnTo>
                <a:lnTo>
                  <a:pt x="824256" y="361307"/>
                </a:lnTo>
                <a:lnTo>
                  <a:pt x="824256" y="297248"/>
                </a:lnTo>
                <a:lnTo>
                  <a:pt x="840481" y="247378"/>
                </a:lnTo>
                <a:lnTo>
                  <a:pt x="857518" y="199656"/>
                </a:lnTo>
                <a:lnTo>
                  <a:pt x="831557" y="164403"/>
                </a:lnTo>
                <a:lnTo>
                  <a:pt x="803974" y="127000"/>
                </a:lnTo>
                <a:lnTo>
                  <a:pt x="786126" y="111093"/>
                </a:lnTo>
                <a:lnTo>
                  <a:pt x="765032" y="64231"/>
                </a:lnTo>
                <a:lnTo>
                  <a:pt x="754486" y="43595"/>
                </a:lnTo>
                <a:lnTo>
                  <a:pt x="745562" y="35856"/>
                </a:lnTo>
                <a:lnTo>
                  <a:pt x="735015" y="31127"/>
                </a:lnTo>
                <a:lnTo>
                  <a:pt x="698508" y="32847"/>
                </a:lnTo>
                <a:lnTo>
                  <a:pt x="663623" y="7911"/>
                </a:lnTo>
                <a:lnTo>
                  <a:pt x="623059" y="0"/>
                </a:lnTo>
                <a:lnTo>
                  <a:pt x="573572" y="0"/>
                </a:lnTo>
                <a:lnTo>
                  <a:pt x="530574" y="0"/>
                </a:lnTo>
                <a:lnTo>
                  <a:pt x="512726" y="0"/>
                </a:lnTo>
                <a:lnTo>
                  <a:pt x="470540" y="0"/>
                </a:lnTo>
                <a:lnTo>
                  <a:pt x="466483" y="0"/>
                </a:lnTo>
                <a:lnTo>
                  <a:pt x="464049" y="0"/>
                </a:lnTo>
                <a:lnTo>
                  <a:pt x="464049" y="0"/>
                </a:lnTo>
                <a:lnTo>
                  <a:pt x="477030" y="0"/>
                </a:lnTo>
                <a:lnTo>
                  <a:pt x="478652" y="0"/>
                </a:lnTo>
                <a:lnTo>
                  <a:pt x="450258" y="0"/>
                </a:lnTo>
                <a:lnTo>
                  <a:pt x="441334" y="0"/>
                </a:lnTo>
                <a:lnTo>
                  <a:pt x="416996" y="0"/>
                </a:lnTo>
                <a:lnTo>
                  <a:pt x="421863" y="0"/>
                </a:lnTo>
                <a:lnTo>
                  <a:pt x="421863" y="0"/>
                </a:lnTo>
                <a:lnTo>
                  <a:pt x="418618" y="0"/>
                </a:lnTo>
                <a:lnTo>
                  <a:pt x="412939" y="0"/>
                </a:lnTo>
                <a:lnTo>
                  <a:pt x="405638" y="0"/>
                </a:lnTo>
                <a:lnTo>
                  <a:pt x="386167" y="0"/>
                </a:lnTo>
                <a:lnTo>
                  <a:pt x="372375" y="0"/>
                </a:lnTo>
                <a:lnTo>
                  <a:pt x="326944" y="0"/>
                </a:lnTo>
                <a:lnTo>
                  <a:pt x="312341" y="0"/>
                </a:lnTo>
                <a:lnTo>
                  <a:pt x="309907" y="0"/>
                </a:lnTo>
                <a:lnTo>
                  <a:pt x="320454" y="0"/>
                </a:lnTo>
                <a:lnTo>
                  <a:pt x="339113" y="0"/>
                </a:lnTo>
                <a:lnTo>
                  <a:pt x="342358" y="0"/>
                </a:lnTo>
                <a:lnTo>
                  <a:pt x="339113" y="0"/>
                </a:lnTo>
                <a:lnTo>
                  <a:pt x="318831" y="0"/>
                </a:lnTo>
                <a:lnTo>
                  <a:pt x="323699" y="0"/>
                </a:lnTo>
                <a:lnTo>
                  <a:pt x="332623" y="0"/>
                </a:lnTo>
                <a:lnTo>
                  <a:pt x="332623" y="0"/>
                </a:lnTo>
                <a:lnTo>
                  <a:pt x="346415" y="0"/>
                </a:lnTo>
                <a:lnTo>
                  <a:pt x="363451" y="0"/>
                </a:lnTo>
                <a:lnTo>
                  <a:pt x="369130" y="0"/>
                </a:lnTo>
                <a:lnTo>
                  <a:pt x="369130" y="0"/>
                </a:lnTo>
                <a:lnTo>
                  <a:pt x="373187" y="0"/>
                </a:lnTo>
                <a:lnTo>
                  <a:pt x="427542" y="0"/>
                </a:lnTo>
                <a:lnTo>
                  <a:pt x="455125" y="0"/>
                </a:lnTo>
                <a:lnTo>
                  <a:pt x="475407" y="0"/>
                </a:lnTo>
                <a:lnTo>
                  <a:pt x="480275" y="0"/>
                </a:lnTo>
                <a:lnTo>
                  <a:pt x="476219" y="0"/>
                </a:lnTo>
                <a:lnTo>
                  <a:pt x="472162" y="0"/>
                </a:lnTo>
                <a:lnTo>
                  <a:pt x="470540" y="0"/>
                </a:lnTo>
                <a:lnTo>
                  <a:pt x="447824" y="0"/>
                </a:lnTo>
                <a:lnTo>
                  <a:pt x="439711" y="0"/>
                </a:lnTo>
                <a:lnTo>
                  <a:pt x="438900" y="0"/>
                </a:lnTo>
                <a:lnTo>
                  <a:pt x="444579" y="0"/>
                </a:lnTo>
                <a:lnTo>
                  <a:pt x="454314" y="0"/>
                </a:lnTo>
                <a:lnTo>
                  <a:pt x="485954" y="0"/>
                </a:lnTo>
                <a:lnTo>
                  <a:pt x="504613" y="0"/>
                </a:lnTo>
                <a:lnTo>
                  <a:pt x="507047" y="0"/>
                </a:lnTo>
                <a:lnTo>
                  <a:pt x="483520" y="0"/>
                </a:lnTo>
                <a:lnTo>
                  <a:pt x="432410" y="0"/>
                </a:lnTo>
                <a:lnTo>
                  <a:pt x="395091" y="0"/>
                </a:lnTo>
                <a:lnTo>
                  <a:pt x="382922" y="0"/>
                </a:lnTo>
                <a:lnTo>
                  <a:pt x="365885" y="0"/>
                </a:lnTo>
                <a:lnTo>
                  <a:pt x="346415" y="0"/>
                </a:lnTo>
                <a:lnTo>
                  <a:pt x="329378" y="0"/>
                </a:lnTo>
                <a:lnTo>
                  <a:pt x="312341" y="0"/>
                </a:lnTo>
                <a:lnTo>
                  <a:pt x="301794" y="0"/>
                </a:lnTo>
                <a:lnTo>
                  <a:pt x="299361" y="0"/>
                </a:lnTo>
                <a:lnTo>
                  <a:pt x="274211" y="0"/>
                </a:lnTo>
                <a:lnTo>
                  <a:pt x="266910" y="0"/>
                </a:lnTo>
                <a:lnTo>
                  <a:pt x="255552" y="0"/>
                </a:lnTo>
                <a:lnTo>
                  <a:pt x="245816" y="0"/>
                </a:lnTo>
                <a:lnTo>
                  <a:pt x="239326" y="0"/>
                </a:lnTo>
                <a:lnTo>
                  <a:pt x="232025" y="0"/>
                </a:lnTo>
                <a:lnTo>
                  <a:pt x="227157" y="0"/>
                </a:lnTo>
                <a:lnTo>
                  <a:pt x="227157" y="0"/>
                </a:lnTo>
                <a:lnTo>
                  <a:pt x="227968" y="0"/>
                </a:lnTo>
                <a:lnTo>
                  <a:pt x="224723" y="0"/>
                </a:lnTo>
                <a:lnTo>
                  <a:pt x="215799" y="0"/>
                </a:lnTo>
                <a:lnTo>
                  <a:pt x="203630" y="0"/>
                </a:lnTo>
                <a:lnTo>
                  <a:pt x="193084" y="0"/>
                </a:lnTo>
                <a:lnTo>
                  <a:pt x="174424" y="0"/>
                </a:lnTo>
                <a:lnTo>
                  <a:pt x="167123" y="0"/>
                </a:lnTo>
                <a:lnTo>
                  <a:pt x="167123" y="0"/>
                </a:lnTo>
                <a:lnTo>
                  <a:pt x="167934" y="0"/>
                </a:lnTo>
                <a:lnTo>
                  <a:pt x="165500" y="0"/>
                </a:lnTo>
                <a:lnTo>
                  <a:pt x="174424" y="0"/>
                </a:lnTo>
                <a:lnTo>
                  <a:pt x="173613" y="0"/>
                </a:lnTo>
                <a:lnTo>
                  <a:pt x="155765" y="0"/>
                </a:lnTo>
                <a:lnTo>
                  <a:pt x="130615" y="0"/>
                </a:lnTo>
                <a:lnTo>
                  <a:pt x="124125" y="0"/>
                </a:lnTo>
                <a:lnTo>
                  <a:pt x="124125" y="0"/>
                </a:lnTo>
                <a:lnTo>
                  <a:pt x="124937" y="0"/>
                </a:lnTo>
                <a:lnTo>
                  <a:pt x="122503" y="0"/>
                </a:lnTo>
                <a:lnTo>
                  <a:pt x="117635" y="0"/>
                </a:lnTo>
                <a:lnTo>
                  <a:pt x="117635" y="0"/>
                </a:lnTo>
                <a:lnTo>
                  <a:pt x="127370" y="0"/>
                </a:lnTo>
                <a:lnTo>
                  <a:pt x="120880" y="0"/>
                </a:lnTo>
                <a:lnTo>
                  <a:pt x="84373" y="0"/>
                </a:lnTo>
                <a:lnTo>
                  <a:pt x="70581" y="0"/>
                </a:lnTo>
                <a:lnTo>
                  <a:pt x="45432" y="0"/>
                </a:lnTo>
                <a:lnTo>
                  <a:pt x="42186" y="0"/>
                </a:lnTo>
                <a:lnTo>
                  <a:pt x="46243" y="0"/>
                </a:lnTo>
                <a:lnTo>
                  <a:pt x="55167" y="0"/>
                </a:lnTo>
                <a:lnTo>
                  <a:pt x="68959" y="0"/>
                </a:lnTo>
                <a:lnTo>
                  <a:pt x="73826" y="0"/>
                </a:lnTo>
                <a:lnTo>
                  <a:pt x="78694" y="0"/>
                </a:lnTo>
                <a:lnTo>
                  <a:pt x="80316" y="0"/>
                </a:lnTo>
                <a:lnTo>
                  <a:pt x="95731" y="0"/>
                </a:lnTo>
                <a:lnTo>
                  <a:pt x="96542" y="0"/>
                </a:lnTo>
                <a:lnTo>
                  <a:pt x="91674" y="0"/>
                </a:lnTo>
                <a:lnTo>
                  <a:pt x="79505" y="0"/>
                </a:lnTo>
                <a:lnTo>
                  <a:pt x="66525" y="0"/>
                </a:lnTo>
                <a:lnTo>
                  <a:pt x="62468" y="0"/>
                </a:lnTo>
                <a:lnTo>
                  <a:pt x="60035" y="0"/>
                </a:lnTo>
                <a:lnTo>
                  <a:pt x="61657" y="0"/>
                </a:lnTo>
                <a:lnTo>
                  <a:pt x="57601" y="0"/>
                </a:lnTo>
                <a:lnTo>
                  <a:pt x="52733" y="0"/>
                </a:lnTo>
                <a:lnTo>
                  <a:pt x="55978" y="0"/>
                </a:lnTo>
                <a:lnTo>
                  <a:pt x="47054" y="0"/>
                </a:lnTo>
                <a:lnTo>
                  <a:pt x="33262" y="0"/>
                </a:lnTo>
                <a:lnTo>
                  <a:pt x="27584" y="0"/>
                </a:lnTo>
                <a:lnTo>
                  <a:pt x="30829" y="0"/>
                </a:lnTo>
                <a:lnTo>
                  <a:pt x="33262" y="0"/>
                </a:lnTo>
                <a:lnTo>
                  <a:pt x="35696" y="0"/>
                </a:lnTo>
                <a:lnTo>
                  <a:pt x="34885" y="0"/>
                </a:lnTo>
                <a:lnTo>
                  <a:pt x="21905" y="0"/>
                </a:lnTo>
                <a:lnTo>
                  <a:pt x="12981" y="0"/>
                </a:lnTo>
                <a:lnTo>
                  <a:pt x="11358" y="0"/>
                </a:lnTo>
                <a:lnTo>
                  <a:pt x="8113" y="0"/>
                </a:lnTo>
                <a:lnTo>
                  <a:pt x="2434" y="0"/>
                </a:lnTo>
                <a:lnTo>
                  <a:pt x="0" y="0"/>
                </a:lnTo>
                <a:lnTo>
                  <a:pt x="4868" y="0"/>
                </a:lnTo>
                <a:lnTo>
                  <a:pt x="22716" y="0"/>
                </a:lnTo>
                <a:lnTo>
                  <a:pt x="48677" y="0"/>
                </a:lnTo>
                <a:lnTo>
                  <a:pt x="70581" y="0"/>
                </a:lnTo>
                <a:lnTo>
                  <a:pt x="82750" y="0"/>
                </a:lnTo>
                <a:lnTo>
                  <a:pt x="97353" y="0"/>
                </a:lnTo>
                <a:lnTo>
                  <a:pt x="111145" y="0"/>
                </a:lnTo>
                <a:lnTo>
                  <a:pt x="127370" y="0"/>
                </a:lnTo>
                <a:lnTo>
                  <a:pt x="158199" y="0"/>
                </a:lnTo>
                <a:lnTo>
                  <a:pt x="171179" y="0"/>
                </a:lnTo>
                <a:lnTo>
                  <a:pt x="179292" y="0"/>
                </a:lnTo>
                <a:lnTo>
                  <a:pt x="183348" y="0"/>
                </a:lnTo>
                <a:lnTo>
                  <a:pt x="219856" y="0"/>
                </a:lnTo>
                <a:lnTo>
                  <a:pt x="236081" y="0"/>
                </a:lnTo>
                <a:lnTo>
                  <a:pt x="245816" y="0"/>
                </a:lnTo>
                <a:lnTo>
                  <a:pt x="252307" y="0"/>
                </a:lnTo>
                <a:lnTo>
                  <a:pt x="262853" y="0"/>
                </a:lnTo>
                <a:lnTo>
                  <a:pt x="277456" y="0"/>
                </a:lnTo>
                <a:lnTo>
                  <a:pt x="296116" y="0"/>
                </a:lnTo>
                <a:lnTo>
                  <a:pt x="308285" y="0"/>
                </a:lnTo>
                <a:lnTo>
                  <a:pt x="328567" y="0"/>
                </a:lnTo>
                <a:lnTo>
                  <a:pt x="349660" y="0"/>
                </a:lnTo>
                <a:lnTo>
                  <a:pt x="427542" y="0"/>
                </a:lnTo>
                <a:lnTo>
                  <a:pt x="471351" y="0"/>
                </a:lnTo>
                <a:lnTo>
                  <a:pt x="483520" y="0"/>
                </a:lnTo>
                <a:lnTo>
                  <a:pt x="516782" y="0"/>
                </a:lnTo>
                <a:lnTo>
                  <a:pt x="555724" y="0"/>
                </a:lnTo>
                <a:lnTo>
                  <a:pt x="570326" y="0"/>
                </a:lnTo>
                <a:lnTo>
                  <a:pt x="622248" y="0"/>
                </a:lnTo>
                <a:lnTo>
                  <a:pt x="637662" y="0"/>
                </a:lnTo>
                <a:lnTo>
                  <a:pt x="668491" y="0"/>
                </a:lnTo>
                <a:lnTo>
                  <a:pt x="685528" y="0"/>
                </a:lnTo>
                <a:lnTo>
                  <a:pt x="713111" y="0"/>
                </a:lnTo>
                <a:lnTo>
                  <a:pt x="747184" y="0"/>
                </a:lnTo>
                <a:lnTo>
                  <a:pt x="778013" y="0"/>
                </a:lnTo>
                <a:lnTo>
                  <a:pt x="802351" y="0"/>
                </a:lnTo>
                <a:lnTo>
                  <a:pt x="845349" y="0"/>
                </a:lnTo>
                <a:lnTo>
                  <a:pt x="872121" y="0"/>
                </a:lnTo>
                <a:lnTo>
                  <a:pt x="895648" y="0"/>
                </a:lnTo>
                <a:lnTo>
                  <a:pt x="930533" y="0"/>
                </a:lnTo>
                <a:lnTo>
                  <a:pt x="959738" y="0"/>
                </a:lnTo>
                <a:lnTo>
                  <a:pt x="968663" y="0"/>
                </a:lnTo>
                <a:lnTo>
                  <a:pt x="954060" y="0"/>
                </a:lnTo>
                <a:lnTo>
                  <a:pt x="926476" y="0"/>
                </a:lnTo>
                <a:lnTo>
                  <a:pt x="921609" y="0"/>
                </a:lnTo>
                <a:lnTo>
                  <a:pt x="919986" y="0"/>
                </a:lnTo>
                <a:lnTo>
                  <a:pt x="920797" y="0"/>
                </a:lnTo>
                <a:lnTo>
                  <a:pt x="924854" y="0"/>
                </a:lnTo>
                <a:lnTo>
                  <a:pt x="958116" y="0"/>
                </a:lnTo>
                <a:lnTo>
                  <a:pt x="962172" y="0"/>
                </a:lnTo>
                <a:lnTo>
                  <a:pt x="962172" y="0"/>
                </a:lnTo>
                <a:lnTo>
                  <a:pt x="958116" y="0"/>
                </a:lnTo>
                <a:lnTo>
                  <a:pt x="950814" y="0"/>
                </a:lnTo>
                <a:lnTo>
                  <a:pt x="927287" y="0"/>
                </a:lnTo>
                <a:lnTo>
                  <a:pt x="907817" y="0"/>
                </a:lnTo>
                <a:lnTo>
                  <a:pt x="900515" y="0"/>
                </a:lnTo>
                <a:lnTo>
                  <a:pt x="894836" y="0"/>
                </a:lnTo>
                <a:lnTo>
                  <a:pt x="895648" y="0"/>
                </a:lnTo>
                <a:lnTo>
                  <a:pt x="901327" y="0"/>
                </a:lnTo>
                <a:lnTo>
                  <a:pt x="942702" y="0"/>
                </a:lnTo>
                <a:lnTo>
                  <a:pt x="946758" y="0"/>
                </a:lnTo>
                <a:lnTo>
                  <a:pt x="954871" y="0"/>
                </a:lnTo>
                <a:lnTo>
                  <a:pt x="965417" y="0"/>
                </a:lnTo>
                <a:lnTo>
                  <a:pt x="982454" y="0"/>
                </a:lnTo>
                <a:lnTo>
                  <a:pt x="990567" y="0"/>
                </a:lnTo>
                <a:lnTo>
                  <a:pt x="1029508" y="0"/>
                </a:lnTo>
                <a:lnTo>
                  <a:pt x="1039243" y="0"/>
                </a:lnTo>
                <a:lnTo>
                  <a:pt x="1085486" y="0"/>
                </a:lnTo>
                <a:lnTo>
                  <a:pt x="1091976" y="0"/>
                </a:lnTo>
                <a:lnTo>
                  <a:pt x="1092788" y="0"/>
                </a:lnTo>
                <a:lnTo>
                  <a:pt x="1099278" y="0"/>
                </a:lnTo>
                <a:lnTo>
                  <a:pt x="1104957" y="0"/>
                </a:lnTo>
                <a:lnTo>
                  <a:pt x="1112258" y="0"/>
                </a:lnTo>
                <a:lnTo>
                  <a:pt x="1125239" y="0"/>
                </a:lnTo>
                <a:lnTo>
                  <a:pt x="1139842" y="0"/>
                </a:lnTo>
                <a:lnTo>
                  <a:pt x="1160123" y="0"/>
                </a:lnTo>
                <a:lnTo>
                  <a:pt x="1205555" y="0"/>
                </a:lnTo>
                <a:lnTo>
                  <a:pt x="1227459" y="0"/>
                </a:lnTo>
                <a:lnTo>
                  <a:pt x="1285060" y="0"/>
                </a:lnTo>
                <a:lnTo>
                  <a:pt x="1342660" y="0"/>
                </a:lnTo>
                <a:lnTo>
                  <a:pt x="1375923" y="0"/>
                </a:lnTo>
                <a:lnTo>
                  <a:pt x="1386469" y="0"/>
                </a:lnTo>
                <a:lnTo>
                  <a:pt x="1395393" y="0"/>
                </a:lnTo>
                <a:lnTo>
                  <a:pt x="1422977" y="0"/>
                </a:lnTo>
                <a:lnTo>
                  <a:pt x="1466785" y="0"/>
                </a:lnTo>
                <a:lnTo>
                  <a:pt x="1556026" y="0"/>
                </a:lnTo>
                <a:lnTo>
                  <a:pt x="1599023" y="0"/>
                </a:lnTo>
                <a:lnTo>
                  <a:pt x="1744241" y="0"/>
                </a:lnTo>
                <a:lnTo>
                  <a:pt x="1840783" y="0"/>
                </a:lnTo>
                <a:lnTo>
                  <a:pt x="2106881" y="0"/>
                </a:lnTo>
                <a:lnTo>
                  <a:pt x="2196122" y="0"/>
                </a:lnTo>
                <a:lnTo>
                  <a:pt x="2229384" y="0"/>
                </a:lnTo>
                <a:lnTo>
                  <a:pt x="2209102" y="0"/>
                </a:lnTo>
                <a:lnTo>
                  <a:pt x="2175840" y="0"/>
                </a:lnTo>
                <a:lnTo>
                  <a:pt x="2196122" y="0"/>
                </a:lnTo>
                <a:lnTo>
                  <a:pt x="2226950" y="0"/>
                </a:lnTo>
                <a:lnTo>
                  <a:pt x="2241553" y="0"/>
                </a:lnTo>
                <a:lnTo>
                  <a:pt x="2252100" y="0"/>
                </a:lnTo>
                <a:lnTo>
                  <a:pt x="2253722" y="0"/>
                </a:lnTo>
                <a:lnTo>
                  <a:pt x="2252100" y="0"/>
                </a:lnTo>
                <a:lnTo>
                  <a:pt x="2237497" y="0"/>
                </a:lnTo>
                <a:lnTo>
                  <a:pt x="2229384" y="0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076571" y="3219175"/>
            <a:ext cx="37319" cy="109200"/>
          </a:xfrm>
          <a:custGeom>
            <a:avLst/>
            <a:gdLst/>
            <a:ahLst/>
            <a:cxnLst/>
            <a:rect l="l" t="t" r="r" b="b"/>
            <a:pathLst>
              <a:path w="37319" h="109200">
                <a:moveTo>
                  <a:pt x="34885" y="90283"/>
                </a:moveTo>
                <a:lnTo>
                  <a:pt x="27584" y="109200"/>
                </a:lnTo>
                <a:lnTo>
                  <a:pt x="20282" y="102321"/>
                </a:lnTo>
                <a:lnTo>
                  <a:pt x="3245" y="69647"/>
                </a:lnTo>
                <a:lnTo>
                  <a:pt x="8113" y="46861"/>
                </a:lnTo>
                <a:lnTo>
                  <a:pt x="0" y="14187"/>
                </a:lnTo>
                <a:lnTo>
                  <a:pt x="4057" y="4729"/>
                </a:lnTo>
                <a:lnTo>
                  <a:pt x="25150" y="0"/>
                </a:lnTo>
                <a:lnTo>
                  <a:pt x="30017" y="1719"/>
                </a:lnTo>
                <a:lnTo>
                  <a:pt x="23527" y="12038"/>
                </a:lnTo>
                <a:lnTo>
                  <a:pt x="35696" y="30524"/>
                </a:lnTo>
                <a:lnTo>
                  <a:pt x="37319" y="60619"/>
                </a:lnTo>
                <a:lnTo>
                  <a:pt x="34885" y="90283"/>
                </a:lnTo>
                <a:close/>
              </a:path>
            </a:pathLst>
          </a:custGeom>
          <a:solidFill>
            <a:srgbClr val="E6E9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932881" y="3357609"/>
            <a:ext cx="102220" cy="75667"/>
          </a:xfrm>
          <a:custGeom>
            <a:avLst/>
            <a:gdLst/>
            <a:ahLst/>
            <a:cxnLst/>
            <a:rect l="l" t="t" r="r" b="b"/>
            <a:pathLst>
              <a:path w="102220" h="75667">
                <a:moveTo>
                  <a:pt x="90051" y="75667"/>
                </a:moveTo>
                <a:lnTo>
                  <a:pt x="84372" y="75667"/>
                </a:lnTo>
                <a:lnTo>
                  <a:pt x="68147" y="58900"/>
                </a:lnTo>
                <a:lnTo>
                  <a:pt x="59223" y="46432"/>
                </a:lnTo>
                <a:lnTo>
                  <a:pt x="49488" y="38263"/>
                </a:lnTo>
                <a:lnTo>
                  <a:pt x="6490" y="21496"/>
                </a:lnTo>
                <a:lnTo>
                  <a:pt x="0" y="10748"/>
                </a:lnTo>
                <a:lnTo>
                  <a:pt x="7301" y="0"/>
                </a:lnTo>
                <a:lnTo>
                  <a:pt x="11358" y="10748"/>
                </a:lnTo>
                <a:lnTo>
                  <a:pt x="19470" y="16767"/>
                </a:lnTo>
                <a:lnTo>
                  <a:pt x="55166" y="32244"/>
                </a:lnTo>
                <a:lnTo>
                  <a:pt x="94919" y="64919"/>
                </a:lnTo>
                <a:lnTo>
                  <a:pt x="102220" y="67928"/>
                </a:lnTo>
                <a:lnTo>
                  <a:pt x="90051" y="75667"/>
                </a:lnTo>
                <a:close/>
              </a:path>
            </a:pathLst>
          </a:custGeom>
          <a:solidFill>
            <a:srgbClr val="DDE6F3"/>
          </a:solidFill>
          <a:ln w="190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121399" y="5508505"/>
            <a:ext cx="88429" cy="107051"/>
          </a:xfrm>
          <a:custGeom>
            <a:avLst/>
            <a:gdLst/>
            <a:ahLst/>
            <a:cxnLst/>
            <a:rect l="l" t="t" r="r" b="b"/>
            <a:pathLst>
              <a:path w="88429" h="107051">
                <a:moveTo>
                  <a:pt x="47865" y="71367"/>
                </a:moveTo>
                <a:lnTo>
                  <a:pt x="64902" y="72657"/>
                </a:lnTo>
                <a:lnTo>
                  <a:pt x="57600" y="64489"/>
                </a:lnTo>
                <a:lnTo>
                  <a:pt x="55978" y="60619"/>
                </a:lnTo>
                <a:lnTo>
                  <a:pt x="64090" y="49441"/>
                </a:lnTo>
                <a:lnTo>
                  <a:pt x="88429" y="73087"/>
                </a:lnTo>
                <a:lnTo>
                  <a:pt x="87617" y="100602"/>
                </a:lnTo>
                <a:lnTo>
                  <a:pt x="85995" y="107051"/>
                </a:lnTo>
                <a:lnTo>
                  <a:pt x="79505" y="101032"/>
                </a:lnTo>
                <a:lnTo>
                  <a:pt x="74637" y="95443"/>
                </a:lnTo>
                <a:lnTo>
                  <a:pt x="73014" y="88994"/>
                </a:lnTo>
                <a:lnTo>
                  <a:pt x="66524" y="82115"/>
                </a:lnTo>
                <a:lnTo>
                  <a:pt x="42186" y="86415"/>
                </a:lnTo>
                <a:lnTo>
                  <a:pt x="27583" y="79106"/>
                </a:lnTo>
                <a:lnTo>
                  <a:pt x="5679" y="55460"/>
                </a:lnTo>
                <a:lnTo>
                  <a:pt x="0" y="38693"/>
                </a:lnTo>
                <a:lnTo>
                  <a:pt x="8924" y="35254"/>
                </a:lnTo>
                <a:lnTo>
                  <a:pt x="18659" y="27085"/>
                </a:lnTo>
                <a:lnTo>
                  <a:pt x="24338" y="13758"/>
                </a:lnTo>
                <a:lnTo>
                  <a:pt x="18659" y="0"/>
                </a:lnTo>
                <a:lnTo>
                  <a:pt x="31639" y="2150"/>
                </a:lnTo>
                <a:lnTo>
                  <a:pt x="38941" y="16337"/>
                </a:lnTo>
                <a:lnTo>
                  <a:pt x="39752" y="48582"/>
                </a:lnTo>
                <a:lnTo>
                  <a:pt x="42186" y="55460"/>
                </a:lnTo>
                <a:lnTo>
                  <a:pt x="38130" y="62769"/>
                </a:lnTo>
                <a:lnTo>
                  <a:pt x="47865" y="71367"/>
                </a:lnTo>
                <a:close/>
              </a:path>
            </a:pathLst>
          </a:custGeom>
          <a:solidFill>
            <a:srgbClr val="DDE6F3"/>
          </a:solidFill>
          <a:ln w="190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6507773" y="1763461"/>
            <a:ext cx="4737846" cy="3901536"/>
          </a:xfrm>
          <a:custGeom>
            <a:avLst/>
            <a:gdLst/>
            <a:ahLst/>
            <a:cxnLst/>
            <a:rect l="l" t="t" r="r" b="b"/>
            <a:pathLst>
              <a:path w="4737846" h="3901536">
                <a:moveTo>
                  <a:pt x="3912779" y="3251495"/>
                </a:moveTo>
                <a:lnTo>
                  <a:pt x="3859235" y="3259233"/>
                </a:lnTo>
                <a:lnTo>
                  <a:pt x="3808124" y="3266972"/>
                </a:lnTo>
                <a:lnTo>
                  <a:pt x="3750524" y="3275570"/>
                </a:lnTo>
                <a:lnTo>
                  <a:pt x="3680754" y="3285889"/>
                </a:lnTo>
                <a:lnTo>
                  <a:pt x="3626399" y="3293627"/>
                </a:lnTo>
                <a:lnTo>
                  <a:pt x="3546894" y="3305665"/>
                </a:lnTo>
                <a:lnTo>
                  <a:pt x="3475502" y="3315983"/>
                </a:lnTo>
                <a:lnTo>
                  <a:pt x="3408977" y="3325871"/>
                </a:lnTo>
                <a:lnTo>
                  <a:pt x="3341641" y="3335759"/>
                </a:lnTo>
                <a:lnTo>
                  <a:pt x="3284852" y="3344358"/>
                </a:lnTo>
                <a:lnTo>
                  <a:pt x="3250779" y="3354246"/>
                </a:lnTo>
                <a:lnTo>
                  <a:pt x="3211026" y="3375312"/>
                </a:lnTo>
                <a:lnTo>
                  <a:pt x="3149369" y="3408416"/>
                </a:lnTo>
                <a:lnTo>
                  <a:pt x="3086901" y="3441950"/>
                </a:lnTo>
                <a:lnTo>
                  <a:pt x="3055261" y="3459147"/>
                </a:lnTo>
                <a:lnTo>
                  <a:pt x="3021188" y="3503859"/>
                </a:lnTo>
                <a:lnTo>
                  <a:pt x="3004151" y="3526215"/>
                </a:lnTo>
                <a:lnTo>
                  <a:pt x="2972511" y="3567057"/>
                </a:lnTo>
                <a:lnTo>
                  <a:pt x="2948984" y="3598011"/>
                </a:lnTo>
                <a:lnTo>
                  <a:pt x="2921401" y="3634555"/>
                </a:lnTo>
                <a:lnTo>
                  <a:pt x="2909232" y="3667659"/>
                </a:lnTo>
                <a:lnTo>
                  <a:pt x="2890572" y="3717959"/>
                </a:lnTo>
                <a:lnTo>
                  <a:pt x="2874347" y="3730857"/>
                </a:lnTo>
                <a:lnTo>
                  <a:pt x="2847575" y="3747194"/>
                </a:lnTo>
                <a:lnTo>
                  <a:pt x="2823237" y="3758802"/>
                </a:lnTo>
                <a:lnTo>
                  <a:pt x="2785107" y="3757512"/>
                </a:lnTo>
                <a:lnTo>
                  <a:pt x="2764014" y="3726128"/>
                </a:lnTo>
                <a:lnTo>
                  <a:pt x="2740487" y="3693454"/>
                </a:lnTo>
                <a:lnTo>
                  <a:pt x="2729129" y="3680126"/>
                </a:lnTo>
                <a:lnTo>
                  <a:pt x="2719393" y="3679266"/>
                </a:lnTo>
                <a:lnTo>
                  <a:pt x="2681263" y="3683566"/>
                </a:lnTo>
                <a:lnTo>
                  <a:pt x="2635021" y="3688725"/>
                </a:lnTo>
                <a:lnTo>
                  <a:pt x="2581477" y="3683136"/>
                </a:lnTo>
                <a:lnTo>
                  <a:pt x="2519008" y="3676687"/>
                </a:lnTo>
                <a:lnTo>
                  <a:pt x="2460597" y="3671098"/>
                </a:lnTo>
                <a:lnTo>
                  <a:pt x="2431391" y="3666799"/>
                </a:lnTo>
                <a:lnTo>
                  <a:pt x="2393261" y="3645303"/>
                </a:lnTo>
                <a:lnTo>
                  <a:pt x="2383526" y="3641003"/>
                </a:lnTo>
                <a:lnTo>
                  <a:pt x="2372979" y="3640144"/>
                </a:lnTo>
                <a:lnTo>
                  <a:pt x="2328359" y="3639284"/>
                </a:lnTo>
                <a:lnTo>
                  <a:pt x="2282927" y="3638854"/>
                </a:lnTo>
                <a:lnTo>
                  <a:pt x="2237496" y="3645733"/>
                </a:lnTo>
                <a:lnTo>
                  <a:pt x="2194498" y="3643153"/>
                </a:lnTo>
                <a:lnTo>
                  <a:pt x="2149878" y="3647022"/>
                </a:lnTo>
                <a:lnTo>
                  <a:pt x="2133653" y="3655191"/>
                </a:lnTo>
                <a:lnTo>
                  <a:pt x="2116616" y="3654761"/>
                </a:lnTo>
                <a:lnTo>
                  <a:pt x="2105258" y="3662070"/>
                </a:lnTo>
                <a:lnTo>
                  <a:pt x="2096334" y="3665509"/>
                </a:lnTo>
                <a:lnTo>
                  <a:pt x="2084165" y="3659060"/>
                </a:lnTo>
                <a:lnTo>
                  <a:pt x="2070373" y="3660780"/>
                </a:lnTo>
                <a:lnTo>
                  <a:pt x="2050092" y="3655191"/>
                </a:lnTo>
                <a:lnTo>
                  <a:pt x="2036300" y="3641433"/>
                </a:lnTo>
                <a:lnTo>
                  <a:pt x="2024131" y="3628966"/>
                </a:lnTo>
                <a:lnTo>
                  <a:pt x="2011150" y="3622087"/>
                </a:lnTo>
                <a:lnTo>
                  <a:pt x="1996547" y="3618218"/>
                </a:lnTo>
                <a:lnTo>
                  <a:pt x="1983567" y="3617788"/>
                </a:lnTo>
                <a:lnTo>
                  <a:pt x="1967341" y="3625526"/>
                </a:lnTo>
                <a:lnTo>
                  <a:pt x="1957606" y="3632835"/>
                </a:lnTo>
                <a:lnTo>
                  <a:pt x="1932457" y="3656911"/>
                </a:lnTo>
                <a:lnTo>
                  <a:pt x="1931645" y="3665509"/>
                </a:lnTo>
                <a:lnTo>
                  <a:pt x="1943003" y="3679696"/>
                </a:lnTo>
                <a:lnTo>
                  <a:pt x="1938947" y="3686575"/>
                </a:lnTo>
                <a:lnTo>
                  <a:pt x="1924344" y="3695174"/>
                </a:lnTo>
                <a:lnTo>
                  <a:pt x="1920288" y="3717959"/>
                </a:lnTo>
                <a:lnTo>
                  <a:pt x="1917854" y="3730427"/>
                </a:lnTo>
                <a:lnTo>
                  <a:pt x="1915420" y="3760092"/>
                </a:lnTo>
                <a:lnTo>
                  <a:pt x="1921910" y="3783737"/>
                </a:lnTo>
                <a:lnTo>
                  <a:pt x="1930834" y="3792336"/>
                </a:lnTo>
                <a:lnTo>
                  <a:pt x="1931645" y="3802654"/>
                </a:lnTo>
                <a:lnTo>
                  <a:pt x="1926778" y="3822860"/>
                </a:lnTo>
                <a:lnTo>
                  <a:pt x="1912986" y="3828879"/>
                </a:lnTo>
                <a:lnTo>
                  <a:pt x="1903251" y="3848226"/>
                </a:lnTo>
                <a:lnTo>
                  <a:pt x="1896761" y="3857254"/>
                </a:lnTo>
                <a:lnTo>
                  <a:pt x="1886214" y="3867572"/>
                </a:lnTo>
                <a:lnTo>
                  <a:pt x="1844028" y="3901536"/>
                </a:lnTo>
                <a:lnTo>
                  <a:pt x="1841594" y="3881759"/>
                </a:lnTo>
                <a:lnTo>
                  <a:pt x="1828613" y="3852525"/>
                </a:lnTo>
                <a:lnTo>
                  <a:pt x="1827802" y="3831459"/>
                </a:lnTo>
                <a:lnTo>
                  <a:pt x="1821312" y="3810822"/>
                </a:lnTo>
                <a:lnTo>
                  <a:pt x="1809954" y="3794915"/>
                </a:lnTo>
                <a:lnTo>
                  <a:pt x="1788861" y="3778578"/>
                </a:lnTo>
                <a:lnTo>
                  <a:pt x="1786427" y="3755792"/>
                </a:lnTo>
                <a:lnTo>
                  <a:pt x="1771013" y="3733437"/>
                </a:lnTo>
                <a:lnTo>
                  <a:pt x="1750731" y="3715380"/>
                </a:lnTo>
                <a:lnTo>
                  <a:pt x="1738562" y="3682276"/>
                </a:lnTo>
                <a:lnTo>
                  <a:pt x="1730449" y="3637994"/>
                </a:lnTo>
                <a:lnTo>
                  <a:pt x="1676094" y="3579955"/>
                </a:lnTo>
                <a:lnTo>
                  <a:pt x="1607947" y="3526644"/>
                </a:lnTo>
                <a:lnTo>
                  <a:pt x="1586854" y="3496120"/>
                </a:lnTo>
                <a:lnTo>
                  <a:pt x="1552780" y="3434641"/>
                </a:lnTo>
                <a:lnTo>
                  <a:pt x="1535743" y="3386060"/>
                </a:lnTo>
                <a:lnTo>
                  <a:pt x="1490312" y="3330170"/>
                </a:lnTo>
                <a:lnTo>
                  <a:pt x="1488689" y="3308674"/>
                </a:lnTo>
                <a:lnTo>
                  <a:pt x="1481388" y="3282449"/>
                </a:lnTo>
                <a:lnTo>
                  <a:pt x="1470841" y="3253215"/>
                </a:lnTo>
                <a:lnTo>
                  <a:pt x="1465162" y="3229999"/>
                </a:lnTo>
                <a:lnTo>
                  <a:pt x="1418920" y="3128967"/>
                </a:lnTo>
                <a:lnTo>
                  <a:pt x="1404317" y="3113060"/>
                </a:lnTo>
                <a:lnTo>
                  <a:pt x="1391336" y="3090274"/>
                </a:lnTo>
                <a:lnTo>
                  <a:pt x="1388091" y="3073078"/>
                </a:lnTo>
                <a:lnTo>
                  <a:pt x="1384035" y="3063619"/>
                </a:lnTo>
                <a:lnTo>
                  <a:pt x="1352395" y="3046852"/>
                </a:lnTo>
                <a:lnTo>
                  <a:pt x="1321567" y="3004290"/>
                </a:lnTo>
                <a:lnTo>
                  <a:pt x="1231515" y="2936792"/>
                </a:lnTo>
                <a:lnTo>
                  <a:pt x="1186895" y="2930344"/>
                </a:lnTo>
                <a:lnTo>
                  <a:pt x="1152010" y="2906268"/>
                </a:lnTo>
                <a:lnTo>
                  <a:pt x="1126049" y="2874454"/>
                </a:lnTo>
                <a:lnTo>
                  <a:pt x="1098466" y="2820284"/>
                </a:lnTo>
                <a:lnTo>
                  <a:pt x="1049789" y="2761815"/>
                </a:lnTo>
                <a:lnTo>
                  <a:pt x="1009226" y="2678410"/>
                </a:lnTo>
                <a:lnTo>
                  <a:pt x="1022206" y="2647885"/>
                </a:lnTo>
                <a:lnTo>
                  <a:pt x="1021395" y="2626819"/>
                </a:lnTo>
                <a:lnTo>
                  <a:pt x="1008414" y="2590706"/>
                </a:lnTo>
                <a:lnTo>
                  <a:pt x="994623" y="2563191"/>
                </a:lnTo>
                <a:lnTo>
                  <a:pt x="984887" y="2536966"/>
                </a:lnTo>
                <a:lnTo>
                  <a:pt x="993000" y="2499133"/>
                </a:lnTo>
                <a:lnTo>
                  <a:pt x="995434" y="2457000"/>
                </a:lnTo>
                <a:lnTo>
                  <a:pt x="1003547" y="2434644"/>
                </a:lnTo>
                <a:lnTo>
                  <a:pt x="1009226" y="2410139"/>
                </a:lnTo>
                <a:lnTo>
                  <a:pt x="1001924" y="2360698"/>
                </a:lnTo>
                <a:lnTo>
                  <a:pt x="988133" y="2334473"/>
                </a:lnTo>
                <a:lnTo>
                  <a:pt x="989755" y="2316846"/>
                </a:lnTo>
                <a:lnTo>
                  <a:pt x="974341" y="2308248"/>
                </a:lnTo>
                <a:lnTo>
                  <a:pt x="961361" y="2288901"/>
                </a:lnTo>
                <a:lnTo>
                  <a:pt x="974341" y="2289331"/>
                </a:lnTo>
                <a:lnTo>
                  <a:pt x="950814" y="2262676"/>
                </a:lnTo>
                <a:lnTo>
                  <a:pt x="941890" y="2248059"/>
                </a:lnTo>
                <a:lnTo>
                  <a:pt x="932966" y="2211945"/>
                </a:lnTo>
                <a:lnTo>
                  <a:pt x="921608" y="2184430"/>
                </a:lnTo>
                <a:lnTo>
                  <a:pt x="885101" y="2121662"/>
                </a:lnTo>
                <a:lnTo>
                  <a:pt x="867253" y="2083399"/>
                </a:lnTo>
                <a:lnTo>
                  <a:pt x="827500" y="2034388"/>
                </a:lnTo>
                <a:lnTo>
                  <a:pt x="784503" y="1997844"/>
                </a:lnTo>
                <a:lnTo>
                  <a:pt x="757730" y="1981507"/>
                </a:lnTo>
                <a:lnTo>
                  <a:pt x="744750" y="1966460"/>
                </a:lnTo>
                <a:lnTo>
                  <a:pt x="722034" y="1965600"/>
                </a:lnTo>
                <a:lnTo>
                  <a:pt x="697696" y="1944104"/>
                </a:lnTo>
                <a:lnTo>
                  <a:pt x="680659" y="1943674"/>
                </a:lnTo>
                <a:lnTo>
                  <a:pt x="659566" y="1940235"/>
                </a:lnTo>
                <a:lnTo>
                  <a:pt x="634417" y="1898533"/>
                </a:lnTo>
                <a:lnTo>
                  <a:pt x="613324" y="1859840"/>
                </a:lnTo>
                <a:lnTo>
                  <a:pt x="577627" y="1809109"/>
                </a:lnTo>
                <a:lnTo>
                  <a:pt x="586551" y="1795781"/>
                </a:lnTo>
                <a:lnTo>
                  <a:pt x="597098" y="1774285"/>
                </a:lnTo>
                <a:lnTo>
                  <a:pt x="592230" y="1746341"/>
                </a:lnTo>
                <a:lnTo>
                  <a:pt x="586551" y="1727424"/>
                </a:lnTo>
                <a:lnTo>
                  <a:pt x="571137" y="1692600"/>
                </a:lnTo>
                <a:lnTo>
                  <a:pt x="519216" y="1605756"/>
                </a:lnTo>
                <a:lnTo>
                  <a:pt x="505424" y="1593289"/>
                </a:lnTo>
                <a:lnTo>
                  <a:pt x="483520" y="1578671"/>
                </a:lnTo>
                <a:lnTo>
                  <a:pt x="470539" y="1540838"/>
                </a:lnTo>
                <a:lnTo>
                  <a:pt x="464049" y="1507304"/>
                </a:lnTo>
                <a:lnTo>
                  <a:pt x="428353" y="1490967"/>
                </a:lnTo>
                <a:lnTo>
                  <a:pt x="368318" y="1369729"/>
                </a:lnTo>
                <a:lnTo>
                  <a:pt x="332622" y="1327167"/>
                </a:lnTo>
                <a:lnTo>
                  <a:pt x="318831" y="1298792"/>
                </a:lnTo>
                <a:lnTo>
                  <a:pt x="278267" y="1251931"/>
                </a:lnTo>
                <a:lnTo>
                  <a:pt x="258796" y="1205070"/>
                </a:lnTo>
                <a:lnTo>
                  <a:pt x="217421" y="1162078"/>
                </a:lnTo>
                <a:lnTo>
                  <a:pt x="181725" y="1087701"/>
                </a:lnTo>
                <a:lnTo>
                  <a:pt x="127370" y="1012895"/>
                </a:lnTo>
                <a:lnTo>
                  <a:pt x="103843" y="999997"/>
                </a:lnTo>
                <a:lnTo>
                  <a:pt x="47865" y="994838"/>
                </a:lnTo>
                <a:lnTo>
                  <a:pt x="23527" y="989249"/>
                </a:lnTo>
                <a:lnTo>
                  <a:pt x="1622" y="1005586"/>
                </a:lnTo>
                <a:lnTo>
                  <a:pt x="0" y="984950"/>
                </a:lnTo>
                <a:lnTo>
                  <a:pt x="15414" y="956145"/>
                </a:lnTo>
                <a:lnTo>
                  <a:pt x="36507" y="895956"/>
                </a:lnTo>
                <a:lnTo>
                  <a:pt x="41375" y="843076"/>
                </a:lnTo>
                <a:lnTo>
                  <a:pt x="75448" y="686585"/>
                </a:lnTo>
                <a:lnTo>
                  <a:pt x="123313" y="694323"/>
                </a:lnTo>
                <a:lnTo>
                  <a:pt x="163066" y="701202"/>
                </a:lnTo>
                <a:lnTo>
                  <a:pt x="220666" y="711090"/>
                </a:lnTo>
                <a:lnTo>
                  <a:pt x="280701" y="720978"/>
                </a:lnTo>
                <a:lnTo>
                  <a:pt x="315586" y="726997"/>
                </a:lnTo>
                <a:lnTo>
                  <a:pt x="326943" y="724418"/>
                </a:lnTo>
                <a:lnTo>
                  <a:pt x="375620" y="686155"/>
                </a:lnTo>
                <a:lnTo>
                  <a:pt x="419429" y="651331"/>
                </a:lnTo>
                <a:lnTo>
                  <a:pt x="445390" y="609199"/>
                </a:lnTo>
                <a:lnTo>
                  <a:pt x="470539" y="567926"/>
                </a:lnTo>
                <a:lnTo>
                  <a:pt x="481897" y="559328"/>
                </a:lnTo>
                <a:lnTo>
                  <a:pt x="520838" y="552019"/>
                </a:lnTo>
                <a:lnTo>
                  <a:pt x="582495" y="539552"/>
                </a:lnTo>
                <a:lnTo>
                  <a:pt x="643341" y="527514"/>
                </a:lnTo>
                <a:lnTo>
                  <a:pt x="647397" y="523644"/>
                </a:lnTo>
                <a:lnTo>
                  <a:pt x="662000" y="490541"/>
                </a:lnTo>
                <a:lnTo>
                  <a:pt x="679848" y="448838"/>
                </a:lnTo>
                <a:lnTo>
                  <a:pt x="683904" y="444539"/>
                </a:lnTo>
                <a:lnTo>
                  <a:pt x="687961" y="440240"/>
                </a:lnTo>
                <a:lnTo>
                  <a:pt x="731770" y="416594"/>
                </a:lnTo>
                <a:lnTo>
                  <a:pt x="757730" y="402407"/>
                </a:lnTo>
                <a:lnTo>
                  <a:pt x="720412" y="360704"/>
                </a:lnTo>
                <a:lnTo>
                  <a:pt x="684716" y="321152"/>
                </a:lnTo>
                <a:lnTo>
                  <a:pt x="644963" y="276870"/>
                </a:lnTo>
                <a:lnTo>
                  <a:pt x="611701" y="242476"/>
                </a:lnTo>
                <a:lnTo>
                  <a:pt x="560591" y="190885"/>
                </a:lnTo>
                <a:lnTo>
                  <a:pt x="528140" y="156922"/>
                </a:lnTo>
                <a:lnTo>
                  <a:pt x="585740" y="141015"/>
                </a:lnTo>
                <a:lnTo>
                  <a:pt x="648208" y="123818"/>
                </a:lnTo>
                <a:lnTo>
                  <a:pt x="711488" y="106191"/>
                </a:lnTo>
                <a:lnTo>
                  <a:pt x="787748" y="85125"/>
                </a:lnTo>
                <a:lnTo>
                  <a:pt x="846971" y="68788"/>
                </a:lnTo>
                <a:lnTo>
                  <a:pt x="936211" y="44282"/>
                </a:lnTo>
                <a:lnTo>
                  <a:pt x="979209" y="32244"/>
                </a:lnTo>
                <a:lnTo>
                  <a:pt x="987321" y="29235"/>
                </a:lnTo>
                <a:lnTo>
                  <a:pt x="1020584" y="0"/>
                </a:lnTo>
                <a:lnTo>
                  <a:pt x="1070883" y="8169"/>
                </a:lnTo>
                <a:lnTo>
                  <a:pt x="1146331" y="20637"/>
                </a:lnTo>
                <a:lnTo>
                  <a:pt x="1219346" y="32244"/>
                </a:lnTo>
                <a:lnTo>
                  <a:pt x="1296417" y="46002"/>
                </a:lnTo>
                <a:lnTo>
                  <a:pt x="1321567" y="57610"/>
                </a:lnTo>
                <a:lnTo>
                  <a:pt x="1395393" y="98882"/>
                </a:lnTo>
                <a:lnTo>
                  <a:pt x="1444069" y="125967"/>
                </a:lnTo>
                <a:lnTo>
                  <a:pt x="1500047" y="157781"/>
                </a:lnTo>
                <a:lnTo>
                  <a:pt x="1570628" y="196904"/>
                </a:lnTo>
                <a:lnTo>
                  <a:pt x="1618493" y="223989"/>
                </a:lnTo>
                <a:lnTo>
                  <a:pt x="1680961" y="258813"/>
                </a:lnTo>
                <a:lnTo>
                  <a:pt x="1728827" y="298366"/>
                </a:lnTo>
                <a:lnTo>
                  <a:pt x="1790484" y="348667"/>
                </a:lnTo>
                <a:lnTo>
                  <a:pt x="1857008" y="403696"/>
                </a:lnTo>
                <a:lnTo>
                  <a:pt x="1912175" y="446689"/>
                </a:lnTo>
                <a:lnTo>
                  <a:pt x="1988435" y="505588"/>
                </a:lnTo>
                <a:lnTo>
                  <a:pt x="2063883" y="563627"/>
                </a:lnTo>
                <a:lnTo>
                  <a:pt x="2136898" y="620807"/>
                </a:lnTo>
                <a:lnTo>
                  <a:pt x="2196121" y="666378"/>
                </a:lnTo>
                <a:lnTo>
                  <a:pt x="2269947" y="723988"/>
                </a:lnTo>
                <a:lnTo>
                  <a:pt x="2276437" y="726137"/>
                </a:lnTo>
                <a:lnTo>
                  <a:pt x="2351075" y="732586"/>
                </a:lnTo>
                <a:lnTo>
                  <a:pt x="2452484" y="741615"/>
                </a:lnTo>
                <a:lnTo>
                  <a:pt x="2553893" y="750213"/>
                </a:lnTo>
                <a:lnTo>
                  <a:pt x="2645567" y="758381"/>
                </a:lnTo>
                <a:lnTo>
                  <a:pt x="2685320" y="750213"/>
                </a:lnTo>
                <a:lnTo>
                  <a:pt x="2728317" y="755372"/>
                </a:lnTo>
                <a:lnTo>
                  <a:pt x="2786729" y="762681"/>
                </a:lnTo>
                <a:lnTo>
                  <a:pt x="2821614" y="767410"/>
                </a:lnTo>
                <a:lnTo>
                  <a:pt x="2888139" y="776438"/>
                </a:lnTo>
                <a:lnTo>
                  <a:pt x="2908420" y="814271"/>
                </a:lnTo>
                <a:lnTo>
                  <a:pt x="2915722" y="840496"/>
                </a:lnTo>
                <a:lnTo>
                  <a:pt x="2922212" y="866292"/>
                </a:lnTo>
                <a:lnTo>
                  <a:pt x="2941683" y="889507"/>
                </a:lnTo>
                <a:lnTo>
                  <a:pt x="2987114" y="889078"/>
                </a:lnTo>
                <a:lnTo>
                  <a:pt x="3026867" y="888648"/>
                </a:lnTo>
                <a:lnTo>
                  <a:pt x="3076354" y="887788"/>
                </a:lnTo>
                <a:lnTo>
                  <a:pt x="3116107" y="887358"/>
                </a:lnTo>
                <a:lnTo>
                  <a:pt x="3128276" y="910574"/>
                </a:lnTo>
                <a:lnTo>
                  <a:pt x="3133955" y="933789"/>
                </a:lnTo>
                <a:lnTo>
                  <a:pt x="3157482" y="988819"/>
                </a:lnTo>
                <a:lnTo>
                  <a:pt x="3190744" y="1031811"/>
                </a:lnTo>
                <a:lnTo>
                  <a:pt x="3198046" y="1047289"/>
                </a:lnTo>
                <a:lnTo>
                  <a:pt x="3203725" y="1070934"/>
                </a:lnTo>
                <a:lnTo>
                  <a:pt x="3198046" y="1079963"/>
                </a:lnTo>
                <a:lnTo>
                  <a:pt x="3195612" y="1089851"/>
                </a:lnTo>
                <a:lnTo>
                  <a:pt x="3219950" y="1113496"/>
                </a:lnTo>
                <a:lnTo>
                  <a:pt x="3261325" y="1133273"/>
                </a:lnTo>
                <a:lnTo>
                  <a:pt x="3276739" y="1138432"/>
                </a:lnTo>
                <a:lnTo>
                  <a:pt x="3294587" y="1147460"/>
                </a:lnTo>
                <a:lnTo>
                  <a:pt x="3280796" y="1160788"/>
                </a:lnTo>
                <a:lnTo>
                  <a:pt x="3305134" y="1192602"/>
                </a:lnTo>
                <a:lnTo>
                  <a:pt x="3332717" y="1224416"/>
                </a:lnTo>
                <a:lnTo>
                  <a:pt x="3362734" y="1231725"/>
                </a:lnTo>
                <a:lnTo>
                  <a:pt x="3403298" y="1280306"/>
                </a:lnTo>
                <a:lnTo>
                  <a:pt x="3463333" y="1311690"/>
                </a:lnTo>
                <a:lnTo>
                  <a:pt x="3500651" y="1352963"/>
                </a:lnTo>
                <a:lnTo>
                  <a:pt x="3497406" y="1353822"/>
                </a:lnTo>
                <a:lnTo>
                  <a:pt x="3486048" y="1349523"/>
                </a:lnTo>
                <a:lnTo>
                  <a:pt x="3473068" y="1343934"/>
                </a:lnTo>
                <a:lnTo>
                  <a:pt x="3469011" y="1349093"/>
                </a:lnTo>
                <a:lnTo>
                  <a:pt x="3469011" y="1366290"/>
                </a:lnTo>
                <a:lnTo>
                  <a:pt x="3473068" y="1386496"/>
                </a:lnTo>
                <a:lnTo>
                  <a:pt x="3491727" y="1404123"/>
                </a:lnTo>
                <a:lnTo>
                  <a:pt x="3508764" y="1416591"/>
                </a:lnTo>
                <a:lnTo>
                  <a:pt x="3515254" y="1440667"/>
                </a:lnTo>
                <a:lnTo>
                  <a:pt x="3501462" y="1492257"/>
                </a:lnTo>
                <a:lnTo>
                  <a:pt x="3497406" y="1491827"/>
                </a:lnTo>
                <a:lnTo>
                  <a:pt x="3488482" y="1487528"/>
                </a:lnTo>
                <a:lnTo>
                  <a:pt x="3478747" y="1486668"/>
                </a:lnTo>
                <a:lnTo>
                  <a:pt x="3473879" y="1489678"/>
                </a:lnTo>
                <a:lnTo>
                  <a:pt x="3485237" y="1526651"/>
                </a:lnTo>
                <a:lnTo>
                  <a:pt x="3495784" y="1555026"/>
                </a:lnTo>
                <a:lnTo>
                  <a:pt x="3509575" y="1577381"/>
                </a:lnTo>
                <a:lnTo>
                  <a:pt x="3520933" y="1610485"/>
                </a:lnTo>
                <a:lnTo>
                  <a:pt x="3529857" y="1624243"/>
                </a:lnTo>
                <a:lnTo>
                  <a:pt x="3569610" y="1659496"/>
                </a:lnTo>
                <a:lnTo>
                  <a:pt x="3580967" y="1688731"/>
                </a:lnTo>
                <a:lnTo>
                  <a:pt x="3592325" y="1743331"/>
                </a:lnTo>
                <a:lnTo>
                  <a:pt x="3616664" y="1773426"/>
                </a:lnTo>
                <a:lnTo>
                  <a:pt x="3630455" y="1797071"/>
                </a:lnTo>
                <a:lnTo>
                  <a:pt x="3648303" y="1816848"/>
                </a:lnTo>
                <a:lnTo>
                  <a:pt x="3659661" y="1843933"/>
                </a:lnTo>
                <a:lnTo>
                  <a:pt x="3675887" y="1864999"/>
                </a:lnTo>
                <a:lnTo>
                  <a:pt x="3684811" y="1870158"/>
                </a:lnTo>
                <a:lnTo>
                  <a:pt x="3696980" y="1872307"/>
                </a:lnTo>
                <a:lnTo>
                  <a:pt x="3713205" y="1872307"/>
                </a:lnTo>
                <a:lnTo>
                  <a:pt x="3731865" y="1867148"/>
                </a:lnTo>
                <a:lnTo>
                  <a:pt x="3752146" y="1861989"/>
                </a:lnTo>
                <a:lnTo>
                  <a:pt x="3768372" y="1872307"/>
                </a:lnTo>
                <a:lnTo>
                  <a:pt x="3784597" y="1871018"/>
                </a:lnTo>
                <a:lnTo>
                  <a:pt x="3786220" y="1880906"/>
                </a:lnTo>
                <a:lnTo>
                  <a:pt x="3775673" y="1894233"/>
                </a:lnTo>
                <a:lnTo>
                  <a:pt x="3761882" y="1927767"/>
                </a:lnTo>
                <a:lnTo>
                  <a:pt x="3781352" y="1933356"/>
                </a:lnTo>
                <a:lnTo>
                  <a:pt x="3799200" y="1935936"/>
                </a:lnTo>
                <a:lnTo>
                  <a:pt x="3812992" y="1941525"/>
                </a:lnTo>
                <a:lnTo>
                  <a:pt x="3820294" y="1941525"/>
                </a:lnTo>
                <a:lnTo>
                  <a:pt x="3820294" y="1948404"/>
                </a:lnTo>
                <a:lnTo>
                  <a:pt x="3821105" y="1980648"/>
                </a:lnTo>
                <a:lnTo>
                  <a:pt x="3825972" y="1992685"/>
                </a:lnTo>
                <a:lnTo>
                  <a:pt x="3834085" y="2003433"/>
                </a:lnTo>
                <a:lnTo>
                  <a:pt x="3846254" y="2019770"/>
                </a:lnTo>
                <a:lnTo>
                  <a:pt x="3858423" y="2036107"/>
                </a:lnTo>
                <a:lnTo>
                  <a:pt x="3871404" y="2052444"/>
                </a:lnTo>
                <a:lnTo>
                  <a:pt x="3883573" y="2068352"/>
                </a:lnTo>
                <a:lnTo>
                  <a:pt x="3895742" y="2084689"/>
                </a:lnTo>
                <a:lnTo>
                  <a:pt x="3908723" y="2101026"/>
                </a:lnTo>
                <a:lnTo>
                  <a:pt x="3920892" y="2116933"/>
                </a:lnTo>
                <a:lnTo>
                  <a:pt x="3933061" y="2133270"/>
                </a:lnTo>
                <a:lnTo>
                  <a:pt x="3945230" y="2149607"/>
                </a:lnTo>
                <a:lnTo>
                  <a:pt x="3958210" y="2165944"/>
                </a:lnTo>
                <a:lnTo>
                  <a:pt x="3970379" y="2181851"/>
                </a:lnTo>
                <a:lnTo>
                  <a:pt x="3982549" y="2198188"/>
                </a:lnTo>
                <a:lnTo>
                  <a:pt x="3995529" y="2214525"/>
                </a:lnTo>
                <a:lnTo>
                  <a:pt x="4007698" y="2230862"/>
                </a:lnTo>
                <a:lnTo>
                  <a:pt x="4019867" y="2246769"/>
                </a:lnTo>
                <a:lnTo>
                  <a:pt x="4032036" y="2263106"/>
                </a:lnTo>
                <a:lnTo>
                  <a:pt x="4042583" y="2276433"/>
                </a:lnTo>
                <a:lnTo>
                  <a:pt x="4061242" y="2279013"/>
                </a:lnTo>
                <a:lnTo>
                  <a:pt x="4067732" y="2279873"/>
                </a:lnTo>
                <a:lnTo>
                  <a:pt x="4084769" y="2282022"/>
                </a:lnTo>
                <a:lnTo>
                  <a:pt x="4110730" y="2285892"/>
                </a:lnTo>
                <a:lnTo>
                  <a:pt x="4145615" y="2290191"/>
                </a:lnTo>
                <a:lnTo>
                  <a:pt x="4186179" y="2295780"/>
                </a:lnTo>
                <a:lnTo>
                  <a:pt x="4231610" y="2301799"/>
                </a:lnTo>
                <a:lnTo>
                  <a:pt x="4280286" y="2308248"/>
                </a:lnTo>
                <a:lnTo>
                  <a:pt x="4330586" y="2315126"/>
                </a:lnTo>
                <a:lnTo>
                  <a:pt x="4380885" y="2322005"/>
                </a:lnTo>
                <a:lnTo>
                  <a:pt x="4428750" y="2328454"/>
                </a:lnTo>
                <a:lnTo>
                  <a:pt x="4474181" y="2334473"/>
                </a:lnTo>
                <a:lnTo>
                  <a:pt x="4515556" y="2340062"/>
                </a:lnTo>
                <a:lnTo>
                  <a:pt x="4549630" y="2344791"/>
                </a:lnTo>
                <a:lnTo>
                  <a:pt x="4576402" y="2348230"/>
                </a:lnTo>
                <a:lnTo>
                  <a:pt x="4593439" y="2350380"/>
                </a:lnTo>
                <a:lnTo>
                  <a:pt x="4599118" y="2351240"/>
                </a:lnTo>
                <a:lnTo>
                  <a:pt x="4616966" y="2353819"/>
                </a:lnTo>
                <a:lnTo>
                  <a:pt x="4620211" y="2352959"/>
                </a:lnTo>
                <a:lnTo>
                  <a:pt x="4635625" y="2333183"/>
                </a:lnTo>
                <a:lnTo>
                  <a:pt x="4651850" y="2361128"/>
                </a:lnTo>
                <a:lnTo>
                  <a:pt x="4665642" y="2384344"/>
                </a:lnTo>
                <a:lnTo>
                  <a:pt x="4684301" y="2416588"/>
                </a:lnTo>
                <a:lnTo>
                  <a:pt x="4704583" y="2450552"/>
                </a:lnTo>
                <a:lnTo>
                  <a:pt x="4724054" y="2482796"/>
                </a:lnTo>
                <a:lnTo>
                  <a:pt x="4737846" y="2507301"/>
                </a:lnTo>
                <a:lnTo>
                  <a:pt x="4730544" y="2532237"/>
                </a:lnTo>
                <a:lnTo>
                  <a:pt x="4722431" y="2559752"/>
                </a:lnTo>
                <a:lnTo>
                  <a:pt x="4714319" y="2586837"/>
                </a:lnTo>
                <a:lnTo>
                  <a:pt x="4705395" y="2614352"/>
                </a:lnTo>
                <a:lnTo>
                  <a:pt x="4697282" y="2641866"/>
                </a:lnTo>
                <a:lnTo>
                  <a:pt x="4689169" y="2669381"/>
                </a:lnTo>
                <a:lnTo>
                  <a:pt x="4681056" y="2696896"/>
                </a:lnTo>
                <a:lnTo>
                  <a:pt x="4672944" y="2723981"/>
                </a:lnTo>
                <a:lnTo>
                  <a:pt x="4664020" y="2751496"/>
                </a:lnTo>
                <a:lnTo>
                  <a:pt x="4655907" y="2779011"/>
                </a:lnTo>
                <a:lnTo>
                  <a:pt x="4647794" y="2806526"/>
                </a:lnTo>
                <a:lnTo>
                  <a:pt x="4639681" y="2833611"/>
                </a:lnTo>
                <a:lnTo>
                  <a:pt x="4631569" y="2861126"/>
                </a:lnTo>
                <a:lnTo>
                  <a:pt x="4623456" y="2888641"/>
                </a:lnTo>
                <a:lnTo>
                  <a:pt x="4614532" y="2916156"/>
                </a:lnTo>
                <a:lnTo>
                  <a:pt x="4606419" y="2943241"/>
                </a:lnTo>
                <a:lnTo>
                  <a:pt x="4598306" y="2970756"/>
                </a:lnTo>
                <a:lnTo>
                  <a:pt x="4588571" y="3003860"/>
                </a:lnTo>
                <a:lnTo>
                  <a:pt x="4564233" y="3012459"/>
                </a:lnTo>
                <a:lnTo>
                  <a:pt x="4526103" y="3026646"/>
                </a:lnTo>
                <a:lnTo>
                  <a:pt x="4487162" y="3040833"/>
                </a:lnTo>
                <a:lnTo>
                  <a:pt x="4448220" y="3055021"/>
                </a:lnTo>
                <a:lnTo>
                  <a:pt x="4409279" y="3069638"/>
                </a:lnTo>
                <a:lnTo>
                  <a:pt x="4370338" y="3083826"/>
                </a:lnTo>
                <a:lnTo>
                  <a:pt x="4332208" y="3098013"/>
                </a:lnTo>
                <a:lnTo>
                  <a:pt x="4293267" y="3112200"/>
                </a:lnTo>
                <a:lnTo>
                  <a:pt x="4254326" y="3126388"/>
                </a:lnTo>
                <a:lnTo>
                  <a:pt x="4215384" y="3140575"/>
                </a:lnTo>
                <a:lnTo>
                  <a:pt x="4176443" y="3154763"/>
                </a:lnTo>
                <a:lnTo>
                  <a:pt x="4138313" y="3168950"/>
                </a:lnTo>
                <a:lnTo>
                  <a:pt x="4099372" y="3183137"/>
                </a:lnTo>
                <a:lnTo>
                  <a:pt x="4060431" y="3197325"/>
                </a:lnTo>
                <a:lnTo>
                  <a:pt x="4021490" y="3211512"/>
                </a:lnTo>
                <a:lnTo>
                  <a:pt x="3983360" y="3225700"/>
                </a:lnTo>
                <a:lnTo>
                  <a:pt x="3944419" y="3239887"/>
                </a:lnTo>
                <a:lnTo>
                  <a:pt x="3912779" y="3251495"/>
                </a:lnTo>
                <a:close/>
              </a:path>
            </a:pathLst>
          </a:custGeom>
          <a:solidFill>
            <a:srgbClr val="DDE6F3"/>
          </a:solidFill>
          <a:ln w="190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6941805" y="3316337"/>
            <a:ext cx="12169" cy="38693"/>
          </a:xfrm>
          <a:custGeom>
            <a:avLst/>
            <a:gdLst/>
            <a:ahLst/>
            <a:cxnLst/>
            <a:rect l="l" t="t" r="r" b="b"/>
            <a:pathLst>
              <a:path w="12169" h="38693">
                <a:moveTo>
                  <a:pt x="12169" y="35253"/>
                </a:moveTo>
                <a:lnTo>
                  <a:pt x="9735" y="38693"/>
                </a:lnTo>
                <a:lnTo>
                  <a:pt x="0" y="29665"/>
                </a:lnTo>
                <a:lnTo>
                  <a:pt x="811" y="10748"/>
                </a:lnTo>
                <a:lnTo>
                  <a:pt x="8924" y="0"/>
                </a:lnTo>
                <a:lnTo>
                  <a:pt x="8113" y="14617"/>
                </a:lnTo>
                <a:lnTo>
                  <a:pt x="12169" y="29665"/>
                </a:lnTo>
                <a:lnTo>
                  <a:pt x="12169" y="35253"/>
                </a:lnTo>
                <a:close/>
              </a:path>
            </a:pathLst>
          </a:custGeom>
          <a:solidFill>
            <a:srgbClr val="DDE6F3"/>
          </a:solidFill>
          <a:ln w="190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488272" y="4339209"/>
            <a:ext cx="91440" cy="91440"/>
          </a:xfrm>
          <a:prstGeom prst="ellips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619592" y="4275201"/>
            <a:ext cx="8412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2F5B8A"/>
                </a:solidFill>
                <a:latin typeface="TheSans"/>
                <a:cs typeface="TheSans"/>
              </a:rPr>
              <a:t>Jeddah</a:t>
            </a:r>
          </a:p>
        </p:txBody>
      </p:sp>
      <p:sp>
        <p:nvSpPr>
          <p:cNvPr id="71" name="Oval 70"/>
          <p:cNvSpPr/>
          <p:nvPr/>
        </p:nvSpPr>
        <p:spPr>
          <a:xfrm>
            <a:off x="7587427" y="3613594"/>
            <a:ext cx="91440" cy="91440"/>
          </a:xfrm>
          <a:prstGeom prst="ellips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06299" y="3549586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F5B8A"/>
                </a:solidFill>
                <a:latin typeface="TheSans"/>
                <a:cs typeface="TheSans"/>
              </a:rPr>
              <a:t>Madinah</a:t>
            </a:r>
          </a:p>
        </p:txBody>
      </p:sp>
      <p:sp>
        <p:nvSpPr>
          <p:cNvPr id="73" name="Oval 72"/>
          <p:cNvSpPr/>
          <p:nvPr/>
        </p:nvSpPr>
        <p:spPr>
          <a:xfrm>
            <a:off x="9949115" y="3130677"/>
            <a:ext cx="91440" cy="91440"/>
          </a:xfrm>
          <a:prstGeom prst="ellips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067987" y="3066669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F5B8A"/>
                </a:solidFill>
                <a:latin typeface="TheSans"/>
                <a:cs typeface="TheSans"/>
              </a:rPr>
              <a:t>Dammam</a:t>
            </a:r>
          </a:p>
        </p:txBody>
      </p:sp>
      <p:sp>
        <p:nvSpPr>
          <p:cNvPr id="75" name="Oval 74"/>
          <p:cNvSpPr/>
          <p:nvPr/>
        </p:nvSpPr>
        <p:spPr>
          <a:xfrm>
            <a:off x="8240948" y="5161407"/>
            <a:ext cx="91440" cy="91440"/>
          </a:xfrm>
          <a:prstGeom prst="ellips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359820" y="5097399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F5B8A"/>
                </a:solidFill>
                <a:latin typeface="TheSans"/>
                <a:cs typeface="TheSans"/>
              </a:rPr>
              <a:t>Abha</a:t>
            </a:r>
          </a:p>
        </p:txBody>
      </p:sp>
      <p:sp>
        <p:nvSpPr>
          <p:cNvPr id="77" name="Oval 76"/>
          <p:cNvSpPr/>
          <p:nvPr/>
        </p:nvSpPr>
        <p:spPr>
          <a:xfrm>
            <a:off x="8897461" y="3286506"/>
            <a:ext cx="621792" cy="621792"/>
          </a:xfrm>
          <a:prstGeom prst="ellipse">
            <a:avLst/>
          </a:prstGeom>
          <a:noFill/>
          <a:ln w="19050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025477" y="3414522"/>
            <a:ext cx="365760" cy="365760"/>
          </a:xfrm>
          <a:prstGeom prst="ellipse">
            <a:avLst/>
          </a:prstGeom>
          <a:noFill/>
          <a:ln w="19050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9116917" y="3505962"/>
            <a:ext cx="182880" cy="182880"/>
          </a:xfrm>
          <a:prstGeom prst="ellipse">
            <a:avLst/>
          </a:prstGeom>
          <a:solidFill>
            <a:srgbClr val="EBB1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0" name="Connector 79"/>
          <p:cNvCxnSpPr/>
          <p:nvPr/>
        </p:nvCxnSpPr>
        <p:spPr>
          <a:xfrm flipH="1" flipV="1">
            <a:off x="9116917" y="3204210"/>
            <a:ext cx="27432" cy="320040"/>
          </a:xfrm>
          <a:prstGeom prst="line">
            <a:avLst/>
          </a:prstGeom>
          <a:ln w="19050">
            <a:solidFill>
              <a:srgbClr val="EBB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791037" y="2820162"/>
            <a:ext cx="1371600" cy="475488"/>
          </a:xfrm>
          <a:prstGeom prst="roundRect">
            <a:avLst>
              <a:gd name="adj" fmla="val 18000"/>
            </a:avLst>
          </a:prstGeom>
          <a:solidFill>
            <a:srgbClr val="21446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TheSans-Bold"/>
                <a:cs typeface="TheSans-Bold"/>
              </a:rPr>
              <a:t>Diriyah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TheSans-Bold"/>
                <a:cs typeface="TheSans-Bold"/>
              </a:rPr>
              <a:t>Riyadh Region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55080" y="5833872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F8692"/>
                </a:solidFill>
                <a:latin typeface="TheSans"/>
                <a:cs typeface="TheSans"/>
              </a:rPr>
              <a:t>Schematic location map, not to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3579876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225399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1446A"/>
                </a:solidFill>
                <a:latin typeface="TheSans-Bold"/>
                <a:cs typeface="TheSans-Bold"/>
              </a:rPr>
              <a:t>Four services applied from the master plan down to the individual plot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3154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Main / Phase / Sub-Phase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7992" y="1673352"/>
            <a:ext cx="3154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16002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0184" y="1673352"/>
            <a:ext cx="3154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Plot and Unit</a:t>
            </a:r>
          </a:p>
        </p:txBody>
      </p:sp>
      <p:sp>
        <p:nvSpPr>
          <p:cNvPr id="11" name="Chevron 10"/>
          <p:cNvSpPr/>
          <p:nvPr/>
        </p:nvSpPr>
        <p:spPr>
          <a:xfrm>
            <a:off x="4005072" y="2788920"/>
            <a:ext cx="310896" cy="365760"/>
          </a:xfrm>
          <a:prstGeom prst="chevron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hevron 11"/>
          <p:cNvSpPr/>
          <p:nvPr/>
        </p:nvSpPr>
        <p:spPr>
          <a:xfrm>
            <a:off x="7827264" y="2788920"/>
            <a:ext cx="310896" cy="365760"/>
          </a:xfrm>
          <a:prstGeom prst="chevron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875080" y="2143353"/>
            <a:ext cx="1388060" cy="1075335"/>
          </a:xfrm>
          <a:custGeom>
            <a:avLst/>
            <a:gdLst/>
            <a:ahLst/>
            <a:cxnLst/>
            <a:rect l="l" t="t" r="r" b="b"/>
            <a:pathLst>
              <a:path w="1388060" h="1075335">
                <a:moveTo>
                  <a:pt x="63094" y="526695"/>
                </a:moveTo>
                <a:lnTo>
                  <a:pt x="504749" y="131674"/>
                </a:lnTo>
                <a:lnTo>
                  <a:pt x="1388060" y="0"/>
                </a:lnTo>
                <a:lnTo>
                  <a:pt x="1324966" y="1009498"/>
                </a:lnTo>
                <a:lnTo>
                  <a:pt x="0" y="1075335"/>
                </a:lnTo>
                <a:close/>
              </a:path>
            </a:pathLst>
          </a:custGeom>
          <a:solidFill>
            <a:srgbClr val="DDE6F3"/>
          </a:solidFill>
          <a:ln w="1270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200046" y="2143353"/>
            <a:ext cx="1419606" cy="1360627"/>
          </a:xfrm>
          <a:custGeom>
            <a:avLst/>
            <a:gdLst/>
            <a:ahLst/>
            <a:cxnLst/>
            <a:rect l="l" t="t" r="r" b="b"/>
            <a:pathLst>
              <a:path w="1419606" h="1360627">
                <a:moveTo>
                  <a:pt x="63094" y="0"/>
                </a:moveTo>
                <a:lnTo>
                  <a:pt x="946404" y="175565"/>
                </a:lnTo>
                <a:lnTo>
                  <a:pt x="1419606" y="636423"/>
                </a:lnTo>
                <a:lnTo>
                  <a:pt x="1261872" y="1360627"/>
                </a:lnTo>
                <a:lnTo>
                  <a:pt x="630936" y="1185063"/>
                </a:lnTo>
                <a:lnTo>
                  <a:pt x="0" y="1009498"/>
                </a:lnTo>
                <a:close/>
              </a:path>
            </a:pathLst>
          </a:custGeom>
          <a:solidFill>
            <a:srgbClr val="FBEECC"/>
          </a:solidFill>
          <a:ln w="1270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75080" y="3152851"/>
            <a:ext cx="2586838" cy="877824"/>
          </a:xfrm>
          <a:custGeom>
            <a:avLst/>
            <a:gdLst/>
            <a:ahLst/>
            <a:cxnLst/>
            <a:rect l="l" t="t" r="r" b="b"/>
            <a:pathLst>
              <a:path w="2586838" h="877824">
                <a:moveTo>
                  <a:pt x="0" y="65837"/>
                </a:moveTo>
                <a:lnTo>
                  <a:pt x="1324966" y="0"/>
                </a:lnTo>
                <a:lnTo>
                  <a:pt x="1955902" y="175565"/>
                </a:lnTo>
                <a:lnTo>
                  <a:pt x="2586838" y="351129"/>
                </a:lnTo>
                <a:lnTo>
                  <a:pt x="1861262" y="833933"/>
                </a:lnTo>
                <a:lnTo>
                  <a:pt x="914858" y="877824"/>
                </a:lnTo>
                <a:lnTo>
                  <a:pt x="252375" y="570585"/>
                </a:lnTo>
                <a:close/>
              </a:path>
            </a:pathLst>
          </a:custGeom>
          <a:solidFill>
            <a:srgbClr val="E3EFE6"/>
          </a:solidFill>
          <a:ln w="1270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604211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7" y="2670048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911" y="35478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Sub-Phase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2057400"/>
            <a:ext cx="2971800" cy="2103120"/>
          </a:xfrm>
          <a:prstGeom prst="rect">
            <a:avLst/>
          </a:prstGeom>
          <a:solidFill>
            <a:srgbClr val="ECEEF2"/>
          </a:solidFill>
          <a:ln w="9525">
            <a:solidFill>
              <a:srgbClr val="7F8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55464" y="2313432"/>
            <a:ext cx="2459736" cy="1591055"/>
          </a:xfrm>
          <a:prstGeom prst="rect">
            <a:avLst/>
          </a:prstGeom>
          <a:solidFill>
            <a:srgbClr val="FBEECC"/>
          </a:solidFill>
          <a:ln w="1587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946904" y="2423160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09590" y="2423160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72276" y="2423160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334963" y="2423160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797649" y="2423160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946904" y="2892552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09590" y="2892552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872276" y="2892552"/>
            <a:ext cx="426110" cy="432816"/>
          </a:xfrm>
          <a:prstGeom prst="rect">
            <a:avLst/>
          </a:prstGeom>
          <a:solidFill>
            <a:srgbClr val="EBB13D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34963" y="2892552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797649" y="2892552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946904" y="3361944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09590" y="3361944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72276" y="3361944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334963" y="3361944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797649" y="3361944"/>
            <a:ext cx="426110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645152" y="3886200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F8692"/>
                </a:solidFill>
                <a:latin typeface="TheSans"/>
                <a:cs typeface="TheSans"/>
              </a:rPr>
              <a:t>Streets</a:t>
            </a:r>
          </a:p>
        </p:txBody>
      </p:sp>
      <p:sp>
        <p:nvSpPr>
          <p:cNvPr id="37" name="Freeform 36"/>
          <p:cNvSpPr/>
          <p:nvPr/>
        </p:nvSpPr>
        <p:spPr>
          <a:xfrm>
            <a:off x="8755380" y="2309774"/>
            <a:ext cx="2304288" cy="1598371"/>
          </a:xfrm>
          <a:custGeom>
            <a:avLst/>
            <a:gdLst/>
            <a:ahLst/>
            <a:cxnLst/>
            <a:rect l="l" t="t" r="r" b="b"/>
            <a:pathLst>
              <a:path w="2304288" h="1598371">
                <a:moveTo>
                  <a:pt x="115214" y="126187"/>
                </a:moveTo>
                <a:lnTo>
                  <a:pt x="2131466" y="0"/>
                </a:lnTo>
                <a:lnTo>
                  <a:pt x="2304288" y="1472184"/>
                </a:lnTo>
                <a:lnTo>
                  <a:pt x="0" y="1598371"/>
                </a:lnTo>
                <a:close/>
              </a:path>
            </a:pathLst>
          </a:custGeom>
          <a:solidFill>
            <a:srgbClr val="FBEECC"/>
          </a:solidFill>
          <a:ln w="19050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878720" y="2372868"/>
            <a:ext cx="28804" cy="1472184"/>
          </a:xfrm>
          <a:prstGeom prst="line">
            <a:avLst/>
          </a:prstGeom>
          <a:ln w="9525">
            <a:solidFill>
              <a:srgbClr val="2144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812987" y="3045866"/>
            <a:ext cx="2160270" cy="126187"/>
          </a:xfrm>
          <a:prstGeom prst="line">
            <a:avLst/>
          </a:prstGeom>
          <a:ln w="9525">
            <a:solidFill>
              <a:srgbClr val="2144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57132" y="2688336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1446A"/>
                </a:solidFill>
                <a:latin typeface="TheSans"/>
                <a:cs typeface="TheSans"/>
              </a:rPr>
              <a:t>Unit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1668" y="2646273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1446A"/>
                </a:solidFill>
                <a:latin typeface="TheSans"/>
                <a:cs typeface="TheSans"/>
              </a:rPr>
              <a:t>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7132" y="3487521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1446A"/>
                </a:solidFill>
                <a:latin typeface="TheSans"/>
                <a:cs typeface="TheSans"/>
              </a:rPr>
              <a:t>Unit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51668" y="3445459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1446A"/>
                </a:solidFill>
                <a:latin typeface="TheSans"/>
                <a:cs typeface="TheSans"/>
              </a:rPr>
              <a:t>Unit</a:t>
            </a:r>
          </a:p>
        </p:txBody>
      </p:sp>
      <p:sp>
        <p:nvSpPr>
          <p:cNvPr id="44" name="Oval 43"/>
          <p:cNvSpPr/>
          <p:nvPr/>
        </p:nvSpPr>
        <p:spPr>
          <a:xfrm>
            <a:off x="8779154" y="2344521"/>
            <a:ext cx="182880" cy="182880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45" name="Oval 44"/>
          <p:cNvSpPr/>
          <p:nvPr/>
        </p:nvSpPr>
        <p:spPr>
          <a:xfrm>
            <a:off x="10795406" y="2218334"/>
            <a:ext cx="182880" cy="182880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10968228" y="3690518"/>
            <a:ext cx="182880" cy="182880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47" name="Oval 46"/>
          <p:cNvSpPr/>
          <p:nvPr/>
        </p:nvSpPr>
        <p:spPr>
          <a:xfrm>
            <a:off x="8663940" y="3816705"/>
            <a:ext cx="182880" cy="182880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453128"/>
            <a:ext cx="7251192" cy="566928"/>
          </a:xfrm>
          <a:prstGeom prst="roundRect">
            <a:avLst>
              <a:gd name="adj" fmla="val 20000"/>
            </a:avLst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TheSans-Bold"/>
                <a:cs typeface="TheSans-Bold"/>
              </a:rPr>
              <a:t>Issuance of New Title Deeds: Main, Phase, Sub-Phase and Block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4" y="4453128"/>
            <a:ext cx="3429000" cy="566928"/>
          </a:xfrm>
          <a:prstGeom prst="roundRect">
            <a:avLst>
              <a:gd name="adj" fmla="val 20000"/>
            </a:avLst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TheSans-Bold"/>
                <a:cs typeface="TheSans-Bold"/>
              </a:rPr>
              <a:t>Issuance of Title Deeds: Plots and Units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184648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713232" y="5340096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" y="5340096"/>
            <a:ext cx="420624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230368"/>
            <a:ext cx="4663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Land Survey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486400"/>
            <a:ext cx="4663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Field survey, boundary survey and data acquisition with verification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5184648"/>
            <a:ext cx="5449824" cy="73152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6336792" y="5340096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336792" y="5340096"/>
            <a:ext cx="420624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230368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Land Demarcation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548640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Stake-out and marking of corners on the ground, where instructed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280660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39547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Work Steps per Task Order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Task Order Initiation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Receive and register the instruction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Review service, location and land area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Review Client information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Confirm scope and deliverables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Diriyah + Alqotr</a:t>
            </a:r>
          </a:p>
        </p:txBody>
      </p:sp>
      <p:sp>
        <p:nvSpPr>
          <p:cNvPr id="10" name="Pentagon 9"/>
          <p:cNvSpPr/>
          <p:nvPr/>
        </p:nvSpPr>
        <p:spPr>
          <a:xfrm>
            <a:off x="2414016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05456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Planning and Mobilization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14016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487168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Execution plan and methodology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Allocate personnel and equipment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Site access and coordination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Mobilize the survey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6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Alqotr + Diriyah</a:t>
            </a:r>
          </a:p>
        </p:txBody>
      </p:sp>
      <p:sp>
        <p:nvSpPr>
          <p:cNvPr id="16" name="Pentagon 15"/>
          <p:cNvSpPr/>
          <p:nvPr/>
        </p:nvSpPr>
        <p:spPr>
          <a:xfrm>
            <a:off x="4279392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370831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1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Field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52544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Verify survey control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Land and boundary survey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Demarcation, where instructed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Field verification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Alqotr</a:t>
            </a:r>
          </a:p>
        </p:txBody>
      </p:sp>
      <p:sp>
        <p:nvSpPr>
          <p:cNvPr id="22" name="Pentagon 21"/>
          <p:cNvSpPr/>
          <p:nvPr/>
        </p:nvSpPr>
        <p:spPr>
          <a:xfrm>
            <a:off x="6144768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236207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Processing and Deliverables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Process field observations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Computations and verification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Drawings and documentation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Title deed support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7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Alqotr</a:t>
            </a:r>
          </a:p>
        </p:txBody>
      </p:sp>
      <p:sp>
        <p:nvSpPr>
          <p:cNvPr id="28" name="Pentagon 27"/>
          <p:cNvSpPr/>
          <p:nvPr/>
        </p:nvSpPr>
        <p:spPr>
          <a:xfrm>
            <a:off x="8010144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101583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QA/QC and Submission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3296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Internal technical review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QA/QC of data and deliverables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Compile the submission package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Submit to Diriyah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Alqotr</a:t>
            </a:r>
          </a:p>
        </p:txBody>
      </p:sp>
      <p:sp>
        <p:nvSpPr>
          <p:cNvPr id="34" name="Pentagon 33"/>
          <p:cNvSpPr/>
          <p:nvPr/>
        </p:nvSpPr>
        <p:spPr>
          <a:xfrm>
            <a:off x="9875519" y="1188720"/>
            <a:ext cx="1755648" cy="713232"/>
          </a:xfrm>
          <a:prstGeom prst="homePlat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966959" y="1335024"/>
            <a:ext cx="402336" cy="402336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59" y="1188720"/>
            <a:ext cx="978407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Review and Close-out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19" y="2011680"/>
            <a:ext cx="1755648" cy="251460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48672" y="2103120"/>
            <a:ext cx="1609344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Diriyah review and comments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Resolve comments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Authority coordination, where applicable</a:t>
            </a:r>
          </a:p>
          <a:p>
            <a:pPr algn="l" marL="201168" indent="-201168">
              <a:lnSpc>
                <a:spcPct val="100000"/>
              </a:lnSpc>
              <a:spcAft>
                <a:spcPts val="5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Acceptance and records handover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59" y="4069080"/>
            <a:ext cx="1572768" cy="365760"/>
          </a:xfrm>
          <a:prstGeom prst="roundRect">
            <a:avLst>
              <a:gd name="adj" fmla="val 30000"/>
            </a:avLst>
          </a:prstGeom>
          <a:solidFill>
            <a:srgbClr val="FBEECC"/>
          </a:solidFill>
          <a:ln w="9525">
            <a:solidFill>
              <a:srgbClr val="EBB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Diriyah + Alqotr + Authority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6634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Key milestones for each Minor Work Task Order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" y="5248656"/>
            <a:ext cx="10469880" cy="0"/>
          </a:xfrm>
          <a:prstGeom prst="line">
            <a:avLst/>
          </a:prstGeom>
          <a:ln w="2540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13231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1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Task Order Receipt</a:t>
            </a:r>
          </a:p>
        </p:txBody>
      </p:sp>
      <p:sp>
        <p:nvSpPr>
          <p:cNvPr id="44" name="Oval 43"/>
          <p:cNvSpPr/>
          <p:nvPr/>
        </p:nvSpPr>
        <p:spPr>
          <a:xfrm>
            <a:off x="1876552" y="5093208"/>
            <a:ext cx="310896" cy="310896"/>
          </a:xfrm>
          <a:prstGeom prst="ellipse">
            <a:avLst/>
          </a:prstGeom>
          <a:solidFill>
            <a:srgbClr val="EBB1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507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Programme Agreement</a:t>
            </a:r>
          </a:p>
        </p:txBody>
      </p:sp>
      <p:sp>
        <p:nvSpPr>
          <p:cNvPr id="46" name="Oval 45"/>
          <p:cNvSpPr/>
          <p:nvPr/>
        </p:nvSpPr>
        <p:spPr>
          <a:xfrm>
            <a:off x="303987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839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Mobilization</a:t>
            </a:r>
          </a:p>
        </p:txBody>
      </p:sp>
      <p:sp>
        <p:nvSpPr>
          <p:cNvPr id="48" name="Oval 47"/>
          <p:cNvSpPr/>
          <p:nvPr/>
        </p:nvSpPr>
        <p:spPr>
          <a:xfrm>
            <a:off x="420319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171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Field Survey Completion</a:t>
            </a:r>
          </a:p>
        </p:txBody>
      </p:sp>
      <p:sp>
        <p:nvSpPr>
          <p:cNvPr id="50" name="Oval 49"/>
          <p:cNvSpPr/>
          <p:nvPr/>
        </p:nvSpPr>
        <p:spPr>
          <a:xfrm>
            <a:off x="536651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503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Draft Deliverable</a:t>
            </a:r>
          </a:p>
        </p:txBody>
      </p:sp>
      <p:sp>
        <p:nvSpPr>
          <p:cNvPr id="52" name="Oval 51"/>
          <p:cNvSpPr/>
          <p:nvPr/>
        </p:nvSpPr>
        <p:spPr>
          <a:xfrm>
            <a:off x="652983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1835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QA/QC Completion</a:t>
            </a:r>
          </a:p>
        </p:txBody>
      </p:sp>
      <p:sp>
        <p:nvSpPr>
          <p:cNvPr id="54" name="Oval 53"/>
          <p:cNvSpPr/>
          <p:nvPr/>
        </p:nvSpPr>
        <p:spPr>
          <a:xfrm>
            <a:off x="769315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8167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Submission to Client</a:t>
            </a:r>
          </a:p>
        </p:txBody>
      </p:sp>
      <p:sp>
        <p:nvSpPr>
          <p:cNvPr id="56" name="Oval 55"/>
          <p:cNvSpPr/>
          <p:nvPr/>
        </p:nvSpPr>
        <p:spPr>
          <a:xfrm>
            <a:off x="885647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499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Comments Resolution</a:t>
            </a:r>
          </a:p>
        </p:txBody>
      </p:sp>
      <p:sp>
        <p:nvSpPr>
          <p:cNvPr id="58" name="Oval 57"/>
          <p:cNvSpPr/>
          <p:nvPr/>
        </p:nvSpPr>
        <p:spPr>
          <a:xfrm>
            <a:off x="10019792" y="5093208"/>
            <a:ext cx="310896" cy="310896"/>
          </a:xfrm>
          <a:prstGeom prst="ellipse">
            <a:avLst/>
          </a:prstGeom>
          <a:solidFill>
            <a:srgbClr val="21446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TheSans-Bold"/>
                <a:cs typeface="TheSans-Bold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831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Final Submission</a:t>
            </a:r>
          </a:p>
        </p:txBody>
      </p:sp>
      <p:sp>
        <p:nvSpPr>
          <p:cNvPr id="60" name="Oval 59"/>
          <p:cNvSpPr/>
          <p:nvPr/>
        </p:nvSpPr>
        <p:spPr>
          <a:xfrm>
            <a:off x="11183112" y="5093208"/>
            <a:ext cx="310896" cy="310896"/>
          </a:xfrm>
          <a:prstGeom prst="ellipse">
            <a:avLst/>
          </a:prstGeom>
          <a:solidFill>
            <a:srgbClr val="EBB13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71632" y="5440680"/>
            <a:ext cx="113385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Task Order Close-out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M2: scope, resources, programme and deliverables confirmed with Diriyah for each assignment.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6981444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565556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Methodology: Land and Boundary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85216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Survey based on approved information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4708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92224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Review the instruction and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48256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Title deeds, approved plans and existing records are reviewed for each plot.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67004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15184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Verify survey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71215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Control points and benchmarks are checked with GNSS against available control data; new control is established where required.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9300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38144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Boundary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94176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Boundaries are surveyed with GNSS RTK and Total Stations based on the approved information.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1596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61104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Detail survey and site photos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17136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Existing features are surveyed and documented with site photographs.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138927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84064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Field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40096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Completeness and consistency checks in the field before leaving the site.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188720"/>
            <a:ext cx="4937760" cy="498348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h_gnss_desert.jpg"/>
          <p:cNvPicPr>
            <a:picLocks noChangeAspect="1"/>
          </p:cNvPicPr>
          <p:nvPr/>
        </p:nvPicPr>
        <p:blipFill>
          <a:blip r:embed="rId3"/>
          <a:srcRect t="3818" b="3818"/>
          <a:stretch>
            <a:fillRect/>
          </a:stretch>
        </p:blipFill>
        <p:spPr>
          <a:xfrm>
            <a:off x="6858000" y="1325880"/>
            <a:ext cx="4663440" cy="242316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22" name="Picture 21" descr="ph_surveyor.png"/>
          <p:cNvPicPr>
            <a:picLocks noChangeAspect="1"/>
          </p:cNvPicPr>
          <p:nvPr/>
        </p:nvPicPr>
        <p:blipFill>
          <a:blip r:embed="rId4"/>
          <a:srcRect t="9746" b="9746"/>
          <a:stretch>
            <a:fillRect/>
          </a:stretch>
        </p:blipFill>
        <p:spPr>
          <a:xfrm>
            <a:off x="6858000" y="3858768"/>
            <a:ext cx="2286000" cy="219456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23" name="Picture 22" descr="ph_drone.png"/>
          <p:cNvPicPr>
            <a:picLocks noChangeAspect="1"/>
          </p:cNvPicPr>
          <p:nvPr/>
        </p:nvPicPr>
        <p:blipFill>
          <a:blip r:embed="rId5"/>
          <a:srcRect t="9788" b="9788"/>
          <a:stretch>
            <a:fillRect/>
          </a:stretch>
        </p:blipFill>
        <p:spPr>
          <a:xfrm>
            <a:off x="9235440" y="3858768"/>
            <a:ext cx="2286000" cy="219456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847588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52170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Methodology: Land Demarcation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603504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From coordinates to marked corners on the ground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4708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92224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Site visit and reconnaissance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48256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Access routes, terrain, existing boundary indicators and obstructions are identified.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67004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15184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Control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71215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Existing control is located and verified; new control is established with GNSS or Total Station where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9300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38144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Stake-out of corners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94176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Corner positions are set out from verified control using Total Station or RTK GNSS.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1596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61104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Fixing boundary markers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17136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Concrete or metal monuments are installed and referenced with unique IDs.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138927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84064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Photo documentation and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40096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Each corner and marker is photographed and recorded in the demarcation report.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188720"/>
            <a:ext cx="475488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40880" y="1243584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1446A"/>
                </a:solidFill>
                <a:latin typeface="TheSans-Bold"/>
                <a:cs typeface="TheSans-Bold"/>
              </a:rPr>
              <a:t>Schematic: plot corners and monuments</a:t>
            </a:r>
          </a:p>
        </p:txBody>
      </p:sp>
      <p:sp>
        <p:nvSpPr>
          <p:cNvPr id="22" name="Freeform 21"/>
          <p:cNvSpPr/>
          <p:nvPr/>
        </p:nvSpPr>
        <p:spPr>
          <a:xfrm>
            <a:off x="7525512" y="1995220"/>
            <a:ext cx="3335731" cy="1590142"/>
          </a:xfrm>
          <a:custGeom>
            <a:avLst/>
            <a:gdLst/>
            <a:ahLst/>
            <a:cxnLst/>
            <a:rect l="l" t="t" r="r" b="b"/>
            <a:pathLst>
              <a:path w="3335731" h="1590142">
                <a:moveTo>
                  <a:pt x="351129" y="171908"/>
                </a:moveTo>
                <a:lnTo>
                  <a:pt x="3072384" y="0"/>
                </a:lnTo>
                <a:lnTo>
                  <a:pt x="3335731" y="1418235"/>
                </a:lnTo>
                <a:lnTo>
                  <a:pt x="0" y="1590142"/>
                </a:lnTo>
                <a:close/>
              </a:path>
            </a:pathLst>
          </a:custGeom>
          <a:solidFill>
            <a:srgbClr val="FBEECC"/>
          </a:solidFill>
          <a:ln w="2222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7757769" y="2048256"/>
            <a:ext cx="237744" cy="237744"/>
          </a:xfrm>
          <a:prstGeom prst="diamond">
            <a:avLst/>
          </a:prstGeom>
          <a:solidFill>
            <a:srgbClr val="EBB13D"/>
          </a:solidFill>
          <a:ln w="1587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916521" y="2039112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Corner 1</a:t>
            </a:r>
          </a:p>
        </p:txBody>
      </p:sp>
      <p:sp>
        <p:nvSpPr>
          <p:cNvPr id="25" name="Diamond 24"/>
          <p:cNvSpPr/>
          <p:nvPr/>
        </p:nvSpPr>
        <p:spPr>
          <a:xfrm>
            <a:off x="10479024" y="1876348"/>
            <a:ext cx="237744" cy="237744"/>
          </a:xfrm>
          <a:prstGeom prst="diamond">
            <a:avLst/>
          </a:prstGeom>
          <a:solidFill>
            <a:srgbClr val="EBB13D"/>
          </a:solidFill>
          <a:ln w="1587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725912" y="1684324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Corner 2</a:t>
            </a:r>
          </a:p>
        </p:txBody>
      </p:sp>
      <p:sp>
        <p:nvSpPr>
          <p:cNvPr id="27" name="Diamond 26"/>
          <p:cNvSpPr/>
          <p:nvPr/>
        </p:nvSpPr>
        <p:spPr>
          <a:xfrm>
            <a:off x="10742371" y="3294583"/>
            <a:ext cx="237744" cy="237744"/>
          </a:xfrm>
          <a:prstGeom prst="diamond">
            <a:avLst/>
          </a:prstGeom>
          <a:solidFill>
            <a:srgbClr val="EBB13D"/>
          </a:solidFill>
          <a:ln w="1587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89259" y="3285439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Corner 3</a:t>
            </a:r>
          </a:p>
        </p:txBody>
      </p:sp>
      <p:sp>
        <p:nvSpPr>
          <p:cNvPr id="29" name="Diamond 28"/>
          <p:cNvSpPr/>
          <p:nvPr/>
        </p:nvSpPr>
        <p:spPr>
          <a:xfrm>
            <a:off x="7406640" y="3466490"/>
            <a:ext cx="237744" cy="237744"/>
          </a:xfrm>
          <a:prstGeom prst="diamond">
            <a:avLst/>
          </a:prstGeom>
          <a:solidFill>
            <a:srgbClr val="EBB13D"/>
          </a:solidFill>
          <a:ln w="1587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08392" y="3603650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Corner 4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8820302" y="1670608"/>
            <a:ext cx="219456" cy="219456"/>
          </a:xfrm>
          <a:prstGeom prst="triangl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8046" y="1670608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1446A"/>
                </a:solidFill>
                <a:latin typeface="TheSans"/>
                <a:cs typeface="TheSans"/>
              </a:rPr>
              <a:t>CP1</a:t>
            </a:r>
          </a:p>
        </p:txBody>
      </p:sp>
      <p:sp>
        <p:nvSpPr>
          <p:cNvPr id="33" name="Isosceles Triangle 32"/>
          <p:cNvSpPr/>
          <p:nvPr/>
        </p:nvSpPr>
        <p:spPr>
          <a:xfrm>
            <a:off x="11190427" y="2594610"/>
            <a:ext cx="219456" cy="219456"/>
          </a:xfrm>
          <a:prstGeom prst="triangle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842955" y="2594610"/>
            <a:ext cx="5486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1446A"/>
                </a:solidFill>
                <a:latin typeface="TheSans"/>
                <a:cs typeface="TheSans"/>
              </a:rPr>
              <a:t>CP2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876641" y="1871776"/>
            <a:ext cx="1053389" cy="203912"/>
          </a:xfrm>
          <a:prstGeom prst="line">
            <a:avLst/>
          </a:prstGeom>
          <a:ln w="12700">
            <a:solidFill>
              <a:srgbClr val="2144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0" y="3959352"/>
            <a:ext cx="4480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F8692"/>
                </a:solidFill>
                <a:latin typeface="TheSans"/>
                <a:cs typeface="TheSans"/>
              </a:rPr>
              <a:t>Control point (triangle), stake-out line (dashed), corner marker (diamond)</a:t>
            </a:r>
          </a:p>
        </p:txBody>
      </p:sp>
      <p:pic>
        <p:nvPicPr>
          <p:cNvPr id="37" name="Picture 36" descr="ph_monument.jpg"/>
          <p:cNvPicPr>
            <a:picLocks noChangeAspect="1"/>
          </p:cNvPicPr>
          <p:nvPr/>
        </p:nvPicPr>
        <p:blipFill>
          <a:blip r:embed="rId3"/>
          <a:srcRect t="2174" b="2174"/>
          <a:stretch>
            <a:fillRect/>
          </a:stretch>
        </p:blipFill>
        <p:spPr>
          <a:xfrm>
            <a:off x="6903720" y="4389120"/>
            <a:ext cx="1051560" cy="1783080"/>
          </a:xfrm>
          <a:prstGeom prst="rect">
            <a:avLst/>
          </a:prstGeom>
          <a:ln w="25400">
            <a:solidFill>
              <a:srgbClr val="FFFFFF"/>
            </a:solidFill>
          </a:ln>
          <a:effectLst>
            <a:outerShdw blurRad="101600" dist="25400" dir="5400000" algn="t" rotWithShape="0">
              <a:srgbClr val="000000">
                <a:alpha val="25000"/>
              </a:srgbClr>
            </a:outerShdw>
          </a:effectLst>
        </p:spPr>
      </p:pic>
      <p:pic>
        <p:nvPicPr>
          <p:cNvPr id="38" name="Picture 37" descr="ph_gnss_desert.jpg"/>
          <p:cNvPicPr>
            <a:picLocks noChangeAspect="1"/>
          </p:cNvPicPr>
          <p:nvPr/>
        </p:nvPicPr>
        <p:blipFill>
          <a:blip r:embed="rId4"/>
          <a:srcRect t="5561" b="5561"/>
          <a:stretch>
            <a:fillRect/>
          </a:stretch>
        </p:blipFill>
        <p:spPr>
          <a:xfrm>
            <a:off x="8092440" y="4389120"/>
            <a:ext cx="3566160" cy="1783080"/>
          </a:xfrm>
          <a:prstGeom prst="rect">
            <a:avLst/>
          </a:prstGeom>
          <a:ln w="25400">
            <a:solidFill>
              <a:srgbClr val="FFFFFF"/>
            </a:solidFill>
          </a:ln>
          <a:effectLst>
            <a:outerShdw blurRad="101600" dist="25400" dir="5400000" algn="t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847588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52170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Title Deed Services: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109960" cy="1508760"/>
          </a:xfrm>
          <a:prstGeom prst="rect">
            <a:avLst/>
          </a:prstGeom>
          <a:solidFill>
            <a:srgbClr val="FBE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234440" cy="1508760"/>
          </a:xfrm>
          <a:prstGeom prst="rect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Diriyah 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70632"/>
            <a:ext cx="11109960" cy="150876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2770632"/>
            <a:ext cx="1234440" cy="1508760"/>
          </a:xfrm>
          <a:prstGeom prst="rect">
            <a:avLst/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Alqotr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52544"/>
            <a:ext cx="11109960" cy="1508760"/>
          </a:xfrm>
          <a:prstGeom prst="rect">
            <a:avLst/>
          </a:prstGeom>
          <a:solidFill>
            <a:srgbClr val="E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4352544"/>
            <a:ext cx="1234440" cy="1508760"/>
          </a:xfrm>
          <a:prstGeom prst="rect">
            <a:avLst/>
          </a:prstGeom>
          <a:solidFill>
            <a:srgbClr val="5B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TheSans-Bold"/>
                <a:cs typeface="TheSans-Bold"/>
              </a:rPr>
              <a:t>Statutory Authority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03604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BB13D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828800" y="1312164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1513332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Issue Task Order and define plot and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2" y="1403604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BB13D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044952" y="1312164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513332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Provide title deeds, approved plans and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985516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61104" y="2894076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3095244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Review data, confirm programme and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68696" y="2985516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477256" y="2894076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095244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Verify control, survey and demarcate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2985516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693408" y="2894076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95244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Prepare title deed support documents; QA/QC; submit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403604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BB13D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909560" y="1312164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1513332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Review and comment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2985516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125712" y="2894076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095244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Resolve comments; coordinate with authorities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33304" y="4567428"/>
            <a:ext cx="1024128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8F6B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0341864" y="4475988"/>
            <a:ext cx="274320" cy="274320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50" b="1">
                <a:solidFill>
                  <a:srgbClr val="21446A"/>
                </a:solidFill>
                <a:latin typeface="TheSans-Bold"/>
                <a:cs typeface="TheSans-Bold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0736" y="4677156"/>
            <a:ext cx="969264" cy="9509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Review, approval and issuance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44368" y="1943100"/>
            <a:ext cx="192024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60520" y="1943100"/>
            <a:ext cx="96012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56532" y="1943100"/>
            <a:ext cx="0" cy="1581912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6532" y="3525012"/>
            <a:ext cx="96012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76672" y="3525012"/>
            <a:ext cx="192024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92824" y="3525012"/>
            <a:ext cx="192024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08975" y="3525012"/>
            <a:ext cx="96013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04988" y="1943100"/>
            <a:ext cx="0" cy="1581912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04988" y="1943100"/>
            <a:ext cx="96012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25128" y="1943100"/>
            <a:ext cx="96012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21140" y="1943100"/>
            <a:ext cx="0" cy="1581912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121140" y="3525012"/>
            <a:ext cx="96012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41280" y="3525012"/>
            <a:ext cx="96012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337292" y="3525012"/>
            <a:ext cx="0" cy="1581912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337292" y="5106924"/>
            <a:ext cx="96012" cy="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5925312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Final submission, acceptance and close-out follow incorporation of comments and authority review where applicable.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847588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52170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Quality Assurance and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377440" cy="26974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Descriptive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945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Boundaries against title deed, approved plan and field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Lengths of each boundary side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Area against approved calculations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1188720"/>
            <a:ext cx="2377440" cy="26974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044952" y="1188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Title deed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737360"/>
            <a:ext cx="21945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Deed number and issue date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Owner name against official records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ID or commercial registration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41264" y="1188720"/>
            <a:ext cx="2377440" cy="26974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541264" y="1188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14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TheSans-Bold"/>
                <a:cs typeface="TheSans-Bold"/>
              </a:rPr>
              <a:t>CAD drawing and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2703" y="1737360"/>
            <a:ext cx="21945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Geographic reference and coordinates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Point numbering clockwise from north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Scale, grid and annotations</a:t>
            </a:r>
          </a:p>
          <a:p>
            <a:pPr algn="l" marL="201168" indent="-201168">
              <a:spcAft>
                <a:spcPts val="600"/>
              </a:spcAft>
              <a:buClr>
                <a:srgbClr val="EBB13D"/>
              </a:buClr>
              <a:buFont typeface="Arial"/>
              <a:buChar char="▪"/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Legend, north arrow and project data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347472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Internal review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73736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AutoCAD drawings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011679"/>
            <a:ext cx="3474720" cy="20116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83879" y="2011679"/>
            <a:ext cx="3474719" cy="201168"/>
          </a:xfrm>
          <a:prstGeom prst="rect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83879" y="2011679"/>
            <a:ext cx="3474720" cy="2011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1 to 3 working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Boundary plans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697479"/>
            <a:ext cx="3474720" cy="20116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83879" y="2697479"/>
            <a:ext cx="2316480" cy="201168"/>
          </a:xfrm>
          <a:prstGeom prst="rect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83879" y="2697479"/>
            <a:ext cx="3474720" cy="2011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1 to 2 working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10896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Layouts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3383279"/>
            <a:ext cx="3474720" cy="20116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83879" y="3383279"/>
            <a:ext cx="2316480" cy="201168"/>
          </a:xfrm>
          <a:prstGeom prst="rect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83879" y="3383279"/>
            <a:ext cx="3474720" cy="2011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1 to 2 working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749039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F8692"/>
                </a:solidFill>
                <a:latin typeface="TheSans"/>
                <a:cs typeface="TheSans"/>
              </a:rPr>
              <a:t>Higher-precision work or work coordinated with external parties needs additional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69080"/>
            <a:ext cx="11109960" cy="36576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Field data check record (per control or boundary point)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4526280"/>
          <a:ext cx="11109954" cy="9875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91960"/>
                <a:gridCol w="1587137"/>
                <a:gridCol w="1587137"/>
                <a:gridCol w="1091156"/>
                <a:gridCol w="991960"/>
                <a:gridCol w="991960"/>
                <a:gridCol w="1388744"/>
                <a:gridCol w="1289548"/>
                <a:gridCol w="11903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Point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RMS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PDOP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Antenna height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Survey time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5669280"/>
            <a:ext cx="11109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Acceptance tolerances: to be agreed with Diriyah.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422392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0965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Team and 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097280"/>
            <a:ext cx="2286000" cy="502920"/>
          </a:xfrm>
          <a:prstGeom prst="roundRect">
            <a:avLst>
              <a:gd name="adj" fmla="val 20000"/>
            </a:avLst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21446A"/>
                </a:solidFill>
                <a:latin typeface="TheSans-Bold"/>
                <a:cs typeface="TheSans-Bold"/>
              </a:rPr>
              <a:t>Diriyah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92024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21446A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42816" y="1975104"/>
            <a:ext cx="2212848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TheSans-Bold"/>
                <a:cs typeface="TheSans-Bold"/>
              </a:rPr>
              <a:t>Project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2308860"/>
            <a:ext cx="2212848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TheSans"/>
                <a:cs typeface="TheSans"/>
              </a:rPr>
              <a:t>Eng. Wael Abdulmajeed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202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51775" y="1975104"/>
            <a:ext cx="2029967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PMO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2308860"/>
            <a:ext cx="2029967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Eng. Hatem Alajrami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1600200"/>
            <a:ext cx="0" cy="32004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2304288"/>
            <a:ext cx="822960" cy="0"/>
          </a:xfrm>
          <a:prstGeom prst="line">
            <a:avLst/>
          </a:prstGeom>
          <a:ln w="15875">
            <a:solidFill>
              <a:srgbClr val="2144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49240" y="2697480"/>
            <a:ext cx="0" cy="22860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2926080"/>
            <a:ext cx="6400800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926080"/>
            <a:ext cx="0" cy="22860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154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209544"/>
            <a:ext cx="2029967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Survey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543300"/>
            <a:ext cx="2029967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57800" y="2926080"/>
            <a:ext cx="0" cy="22860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06240" y="3154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42816" y="3209544"/>
            <a:ext cx="2029967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QA/QC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543300"/>
            <a:ext cx="2029967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6760" y="2926080"/>
            <a:ext cx="0" cy="22860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0" y="3154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51775" y="3209544"/>
            <a:ext cx="2029967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HSE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3543300"/>
            <a:ext cx="2029967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65960" y="3931920"/>
            <a:ext cx="0" cy="27432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2062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" y="4261103"/>
            <a:ext cx="2029967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Senior Survey 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594859"/>
            <a:ext cx="2029967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65960" y="4983480"/>
            <a:ext cx="0" cy="22860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8720" y="5212080"/>
            <a:ext cx="5486400" cy="0"/>
          </a:xfrm>
          <a:prstGeom prst="line">
            <a:avLst/>
          </a:prstGeom>
          <a:ln w="19050">
            <a:solidFill>
              <a:srgbClr val="214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25880" y="5212080"/>
            <a:ext cx="0" cy="18288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" y="539496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5216" y="5449824"/>
            <a:ext cx="1481328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Survey Team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5783580"/>
            <a:ext cx="1481328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Surveyor + assistants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08960" y="5212080"/>
            <a:ext cx="0" cy="18288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331720" y="539496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368296" y="5449824"/>
            <a:ext cx="1481328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Survey Team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8296" y="5783580"/>
            <a:ext cx="1481328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TheSans"/>
                <a:cs typeface="TheSans"/>
              </a:rPr>
              <a:t>Surveyor + assistants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92040" y="5212080"/>
            <a:ext cx="0" cy="18288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114800" y="539496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151376" y="5449824"/>
            <a:ext cx="1481328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CAD Draftsman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1376" y="5783580"/>
            <a:ext cx="1481328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75120" y="5212080"/>
            <a:ext cx="0" cy="182880"/>
          </a:xfrm>
          <a:prstGeom prst="line">
            <a:avLst/>
          </a:prstGeom>
          <a:ln w="19050">
            <a:solidFill>
              <a:srgbClr val="214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897880" y="539496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446A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34456" y="5449824"/>
            <a:ext cx="1481328" cy="3886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1446A"/>
                </a:solidFill>
                <a:latin typeface="TheSans-Bold"/>
                <a:cs typeface="TheSans-Bold"/>
              </a:rPr>
              <a:t>GIS Specialist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6" y="5783580"/>
            <a:ext cx="1481328" cy="34975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315468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921240" y="320040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1446A"/>
                </a:solidFill>
                <a:latin typeface="TheSans-Bold"/>
                <a:cs typeface="TheSans-Bold"/>
              </a:rPr>
              <a:t>Escalation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8672" y="3611880"/>
            <a:ext cx="1591056" cy="457200"/>
          </a:xfrm>
          <a:prstGeom prst="roundRect">
            <a:avLst>
              <a:gd name="adj" fmla="val 20000"/>
            </a:avLst>
          </a:prstGeom>
          <a:solidFill>
            <a:srgbClr val="21446A"/>
          </a:solidFill>
          <a:ln w="952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TheSans-Bold"/>
                <a:cs typeface="TheSans-Bold"/>
              </a:rPr>
              <a:t>Project Manager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8672" y="4233672"/>
            <a:ext cx="15910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Survey Manager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48672" y="4855464"/>
            <a:ext cx="15910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Senior Survey Engineer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8672" y="5477256"/>
            <a:ext cx="15910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14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>
                <a:solidFill>
                  <a:srgbClr val="21446A"/>
                </a:solidFill>
                <a:latin typeface="TheSans-Bold"/>
                <a:cs typeface="TheSans-Bold"/>
              </a:rPr>
              <a:t>Survey teams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880360"/>
            <a:ext cx="91440" cy="91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" b="0">
                <a:solidFill>
                  <a:srgbClr val="404040"/>
                </a:solidFill>
                <a:latin typeface="TheSans"/>
                <a:cs typeface="TheSans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160520"/>
            <a:ext cx="26517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Core team: Project Manager, Survey Manager, QA/QC Engineer.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Field crews, CAD and GIS scale with the active Task Orders.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4997196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36713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Resources and Equipment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21446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EBB13D"/>
                </a:solidFill>
                <a:latin typeface="TheSans-Bold"/>
                <a:cs typeface="TheSans-Bold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heSans-Bold"/>
                <a:cs typeface="TheSans-Bold"/>
              </a:rPr>
              <a:t>GNSS receivers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18872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21446A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1261872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EBB13D"/>
                </a:solidFill>
                <a:latin typeface="TheSans-Bold"/>
                <a:cs typeface="TheSans-Bold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heSans-Bold"/>
                <a:cs typeface="TheSans-Bold"/>
              </a:rPr>
              <a:t>Total Stations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788920"/>
          <a:ext cx="5623558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21497"/>
                <a:gridCol w="2983929"/>
                <a:gridCol w="91813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Equipment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Model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Qty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GNSS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Trimble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10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GNSS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Leica GS14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GNSS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CHC i90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29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GNSS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CHC i93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29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GNSS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GeoMAX Nautiz X8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Total Station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Leica TS06 Plus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16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Total Station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Trimble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76072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Equipment is selected for each assignment according to methodology, accuracy and site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188720"/>
            <a:ext cx="5166360" cy="4983480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ph_gnss.jpg"/>
          <p:cNvPicPr>
            <a:picLocks noChangeAspect="1"/>
          </p:cNvPicPr>
          <p:nvPr/>
        </p:nvPicPr>
        <p:blipFill>
          <a:blip r:embed="rId3"/>
          <a:srcRect t="1887" b="1887"/>
          <a:stretch>
            <a:fillRect/>
          </a:stretch>
        </p:blipFill>
        <p:spPr>
          <a:xfrm>
            <a:off x="6629400" y="1325880"/>
            <a:ext cx="2423160" cy="23317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14" name="Picture 13" descr="ph_surveyor.png"/>
          <p:cNvPicPr>
            <a:picLocks noChangeAspect="1"/>
          </p:cNvPicPr>
          <p:nvPr/>
        </p:nvPicPr>
        <p:blipFill>
          <a:blip r:embed="rId4"/>
          <a:srcRect t="8875" b="8875"/>
          <a:stretch>
            <a:fillRect/>
          </a:stretch>
        </p:blipFill>
        <p:spPr>
          <a:xfrm>
            <a:off x="9144000" y="1325880"/>
            <a:ext cx="2377440" cy="233172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15" name="Picture 14" descr="ph_drone.png"/>
          <p:cNvPicPr>
            <a:picLocks noChangeAspect="1"/>
          </p:cNvPicPr>
          <p:nvPr/>
        </p:nvPicPr>
        <p:blipFill>
          <a:blip r:embed="rId5"/>
          <a:srcRect t="10484" b="10484"/>
          <a:stretch>
            <a:fillRect/>
          </a:stretch>
        </p:blipFill>
        <p:spPr>
          <a:xfrm>
            <a:off x="6629400" y="3767328"/>
            <a:ext cx="2423160" cy="22860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pic>
        <p:nvPicPr>
          <p:cNvPr id="16" name="Picture 15" descr="ph_mms.png"/>
          <p:cNvPicPr>
            <a:picLocks noChangeAspect="1"/>
          </p:cNvPicPr>
          <p:nvPr/>
        </p:nvPicPr>
        <p:blipFill>
          <a:blip r:embed="rId6"/>
          <a:srcRect t="9680" b="9680"/>
          <a:stretch>
            <a:fillRect/>
          </a:stretch>
        </p:blipFill>
        <p:spPr>
          <a:xfrm>
            <a:off x="9144000" y="3767328"/>
            <a:ext cx="2377440" cy="2286000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138927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381304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Programme: First 30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04040"/>
                </a:solidFill>
                <a:latin typeface="TheSans"/>
                <a:cs typeface="TheSans"/>
              </a:rPr>
              <a:t>Each Minor Work Task Order has its own programme, agreed with Diriyah after the instruction. The plan below covers mobilization.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8229599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401879"/>
                <a:gridCol w="956930"/>
                <a:gridCol w="956930"/>
                <a:gridCol w="956930"/>
                <a:gridCol w="95693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Key tasks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Week 01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Week 02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Week 03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Week 04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Kick-off and confirmation of requirements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Data request: title deeds, approved plans, control data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Receipt of data from Diriyah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Site access and permits coordination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Programme agreed for the first Task Order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Team and equipment mobilization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Verification of survey control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First Task Order field work starts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First progress report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X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Indicative. Durations and dependencies are to be agreed with Diriyah.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91640"/>
            <a:ext cx="2606040" cy="40233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0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148840"/>
            <a:ext cx="2423160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201168" indent="-201168">
              <a:spcAft>
                <a:spcPts val="900"/>
              </a:spcAft>
              <a:buClr>
                <a:srgbClr val="EBB13D"/>
              </a:buClr>
              <a:buFont typeface="Arial"/>
              <a:buChar char="▪"/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Data provided by Diriyah</a:t>
            </a:r>
          </a:p>
          <a:p>
            <a:pPr algn="l" marL="201168" indent="-201168">
              <a:spcAft>
                <a:spcPts val="900"/>
              </a:spcAft>
              <a:buClr>
                <a:srgbClr val="EBB13D"/>
              </a:buClr>
              <a:buFont typeface="Arial"/>
              <a:buChar char="▪"/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Site access and permits</a:t>
            </a:r>
          </a:p>
          <a:p>
            <a:pPr algn="l" marL="201168" indent="-201168">
              <a:spcAft>
                <a:spcPts val="900"/>
              </a:spcAft>
              <a:buClr>
                <a:srgbClr val="EBB13D"/>
              </a:buClr>
              <a:buFont typeface="Arial"/>
              <a:buChar char="▪"/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Diriyah review and acceptance periods</a:t>
            </a:r>
          </a:p>
          <a:p>
            <a:pPr algn="l" marL="201168" indent="-201168">
              <a:spcAft>
                <a:spcPts val="900"/>
              </a:spcAft>
              <a:buClr>
                <a:srgbClr val="EBB13D"/>
              </a:buClr>
              <a:buFont typeface="Arial"/>
              <a:buChar char="▪"/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Statutory authority review, where applicable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422392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0965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Deliverables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For each Task Order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47088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92224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Survey drawings and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48256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Prepared, checked and submitted for each assignment.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651760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96896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Title deed support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52928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Where applicable to the instructed service.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56432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Survey and demarcation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57600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With corner coordinates and photo documentation.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261104"/>
            <a:ext cx="420624" cy="420624"/>
          </a:xfrm>
          <a:prstGeom prst="ellipse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>
                <a:solidFill>
                  <a:srgbClr val="21446A"/>
                </a:solidFill>
                <a:latin typeface="TheSans-Bold"/>
                <a:cs typeface="TheSans-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062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1446A"/>
                </a:solidFill>
                <a:latin typeface="TheSans-Bold"/>
                <a:cs typeface="TheSans-Bold"/>
              </a:rPr>
              <a:t>Final survey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62272"/>
            <a:ext cx="4754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TheSans"/>
                <a:cs typeface="TheSans"/>
              </a:rPr>
              <a:t>Compiled and handed over at close-out.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5394960" cy="960120"/>
          </a:xfrm>
          <a:prstGeom prst="rect">
            <a:avLst/>
          </a:prstGeom>
          <a:solidFill>
            <a:srgbClr val="F1F5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512064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1446A"/>
                </a:solidFill>
                <a:latin typeface="TheSans-Bold"/>
                <a:cs typeface="TheSans-Bold"/>
              </a:rPr>
              <a:t>File formats: </a:t>
            </a:r>
            <a:r>
              <a:rPr sz="1150" b="0">
                <a:solidFill>
                  <a:srgbClr val="9AA1AD"/>
                </a:solidFill>
                <a:latin typeface="TheSans"/>
                <a:cs typeface="TheSans"/>
              </a:rPr>
              <a:t>[to be agreed]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1446A"/>
                </a:solidFill>
                <a:latin typeface="TheSans-Bold"/>
                <a:cs typeface="TheSans-Bold"/>
              </a:rPr>
              <a:t>Reporting frequency: </a:t>
            </a:r>
            <a:r>
              <a:rPr sz="1150" b="0">
                <a:solidFill>
                  <a:srgbClr val="9AA1AD"/>
                </a:solidFill>
                <a:latin typeface="TheSans"/>
                <a:cs typeface="TheSans"/>
              </a:rPr>
              <a:t>[to be agreed]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21446A"/>
                </a:solidFill>
                <a:latin typeface="TheSans-Bold"/>
                <a:cs typeface="TheSans-Bold"/>
              </a:rPr>
              <a:t>Coordinate system and standards: </a:t>
            </a:r>
            <a:r>
              <a:rPr sz="1150" b="0">
                <a:solidFill>
                  <a:srgbClr val="9AA1AD"/>
                </a:solidFill>
                <a:latin typeface="TheSans"/>
                <a:cs typeface="TheSans"/>
              </a:rPr>
              <a:t>[to be agreed]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188720"/>
            <a:ext cx="5394960" cy="493776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124358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Sample deliverable format: Property ID Plan</a:t>
            </a:r>
          </a:p>
        </p:txBody>
      </p:sp>
      <p:pic>
        <p:nvPicPr>
          <p:cNvPr id="21" name="Picture 20" descr="safar_id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120640" cy="3520440"/>
          </a:xfrm>
          <a:prstGeom prst="rect">
            <a:avLst/>
          </a:prstGeom>
          <a:ln w="12700">
            <a:solidFill>
              <a:srgbClr val="C9D3E3"/>
            </a:solidFill>
          </a:ln>
          <a:effectLst>
            <a:outerShdw blurRad="101600" dist="25400" dir="5400000" algn="t" rotWithShape="0">
              <a:srgbClr val="000000">
                <a:alpha val="25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6400800" y="5257800"/>
            <a:ext cx="5120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Format used in previous demarcation work for Diriyah Company. The format for this Task Order will be confirmed with Diriyah.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5989320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4663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Health, Safety and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384048"/>
          </a:xfrm>
          <a:prstGeom prst="rect">
            <a:avLst/>
          </a:prstGeom>
          <a:solidFill>
            <a:srgbClr val="DD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595959"/>
                </a:solidFill>
                <a:latin typeface="TheSans-Bold"/>
                <a:cs typeface="TheSans-Bold"/>
              </a:rPr>
              <a:t>Roles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404040"/>
                </a:solidFill>
                <a:latin typeface="TheSans"/>
                <a:cs typeface="TheSans"/>
              </a:rPr>
              <a:t>Alqotr is committed to implementing its HSE plan through an agreed HSE Management System in order to: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404040"/>
                </a:solidFill>
                <a:latin typeface="TheSans"/>
                <a:cs typeface="TheSans"/>
              </a:rPr>
              <a:t>Execute all activities in compliance with the KSA legal EHSMS framework, local requirements, international best practice and contractual expectations.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404040"/>
                </a:solidFill>
                <a:latin typeface="TheSans"/>
                <a:cs typeface="TheSans"/>
              </a:rPr>
              <a:t>Achieve the occupational health, safety and environmental objectives set by Diriyah Company.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404040"/>
                </a:solidFill>
                <a:latin typeface="TheSans"/>
                <a:cs typeface="TheSans"/>
              </a:rPr>
              <a:t>Provide resources for training and monitoring, and keep open communication between employees, supervisors and management.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404040"/>
                </a:solidFill>
                <a:latin typeface="TheSans"/>
                <a:cs typeface="TheSans"/>
              </a:rPr>
              <a:t>Protect the environment and use resources efficiently.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iamond 6"/>
          <p:cNvSpPr/>
          <p:nvPr/>
        </p:nvSpPr>
        <p:spPr>
          <a:xfrm>
            <a:off x="6400800" y="134416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79" y="126187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Safe work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4231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Task-specific PPE, no unauthorized equipment use, no work under the influence of drugs, smoke-free workplace.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18872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iamond 10"/>
          <p:cNvSpPr/>
          <p:nvPr/>
        </p:nvSpPr>
        <p:spPr>
          <a:xfrm>
            <a:off x="9144000" y="134416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0" y="126187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Training and toolbox talks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91640"/>
            <a:ext cx="24231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Mandatory safety and fire-prevention training; daily start-up safety discussions.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3756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amond 14"/>
          <p:cNvSpPr/>
          <p:nvPr/>
        </p:nvSpPr>
        <p:spPr>
          <a:xfrm>
            <a:off x="6400800" y="349300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79" y="341071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Incident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24231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Every incident reported to the manager immediately and within 24 hours; investigation and corrective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33756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C9D3E3"/>
            </a:solidFill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9144000" y="3493008"/>
            <a:ext cx="109728" cy="109728"/>
          </a:xfrm>
          <a:prstGeom prst="diamond">
            <a:avLst/>
          </a:prstGeom>
          <a:solidFill>
            <a:srgbClr val="EBB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0" y="341071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Emergency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840480"/>
            <a:ext cx="24231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TheSans"/>
                <a:cs typeface="TheSans"/>
              </a:rPr>
              <a:t>Emergency plan, fire and medical procedures; Civil Defense 998.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5532120"/>
            <a:ext cx="5394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532120"/>
            <a:ext cx="51206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1446A"/>
                </a:solidFill>
                <a:latin typeface="TheSans-Bold"/>
                <a:cs typeface="TheSans-Bold"/>
              </a:rPr>
              <a:t>HSE Officer: </a:t>
            </a:r>
            <a:r>
              <a:rPr sz="1200" b="0">
                <a:solidFill>
                  <a:srgbClr val="9AA1AD"/>
                </a:solidFill>
                <a:latin typeface="TheSans"/>
                <a:cs typeface="TheSans"/>
              </a:rPr>
              <a:t>[Name]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ta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2920" y="301752"/>
            <a:ext cx="7406640" cy="621792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1527048" y="365760"/>
            <a:ext cx="60807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heSans-Bold"/>
                <a:cs typeface="TheSans-Bold"/>
              </a:rPr>
              <a:t>Information Required and Points to Agree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09959" cy="457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87264"/>
                <a:gridCol w="5692706"/>
                <a:gridCol w="302998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Item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Alqotr proposal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heSans-Bold"/>
                          <a:cs typeface="TheSans-Bold"/>
                        </a:rPr>
                        <a:t>Diriyah response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2144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Task Order instruction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Written instruction defining the plot, service and required deliverables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Land information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Title deeds, approved plans and relevant existing records provided with each instruction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Survey control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Available control points and benchmarks, with verification by Alqotr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Site access and permits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Diriyah coordinates access; Alqotr provides the survey team details in advance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Programme per Task Order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Alqotr proposes within [ ] working days of the instruction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Review and acceptance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Diriyah review period and acceptance procedure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Statutory authority coordination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Authority contacts, submission route and fees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Reporting and meetings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Frequency and format of progress reports and meetings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TheSans-Bold"/>
                          <a:cs typeface="TheSans-Bold"/>
                        </a:rPr>
                        <a:t>Deliverable formats and standards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>File formats, coordinate system and drawing standards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TheSans"/>
                          <a:cs typeface="TheSans"/>
                        </a:rPr>
                        <a:t/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E3"/>
                      </a:solidFill>
                    </a:lnL>
                    <a:lnR w="6350">
                      <a:solidFill>
                        <a:srgbClr val="C9D3E3"/>
                      </a:solidFill>
                    </a:lnR>
                    <a:lnT w="6350">
                      <a:solidFill>
                        <a:srgbClr val="C9D3E3"/>
                      </a:solidFill>
                    </a:lnT>
                    <a:lnB w="6350">
                      <a:solidFill>
                        <a:srgbClr val="C9D3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1109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8692"/>
                </a:solidFill>
                <a:latin typeface="TheSans"/>
                <a:cs typeface="TheSans"/>
              </a:rPr>
              <a:t>Points marked [ ] are left open for agreement in the meeting.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36F658-D3D9-415F-81B5-50FA47A368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7636A4D-7066-47ED-BF75-027947797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7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</TotalTime>
  <Words>806</Words>
  <Application>Microsoft Office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Changa</vt:lpstr>
      <vt:lpstr>Formular</vt:lpstr>
      <vt:lpstr>Symbol</vt:lpstr>
      <vt:lpstr>TheSans</vt:lpstr>
      <vt:lpstr>TheSans-Bold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samy</dc:creator>
  <cp:lastModifiedBy>Megahed Hassan</cp:lastModifiedBy>
  <cp:revision>181</cp:revision>
  <dcterms:created xsi:type="dcterms:W3CDTF">2024-07-10T05:34:23Z</dcterms:created>
  <dcterms:modified xsi:type="dcterms:W3CDTF">2024-11-03T13:37:04Z</dcterms:modified>
</cp:coreProperties>
</file>